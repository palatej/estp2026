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56" r:id="rId5"/>
    <p:sldId id="270" r:id="rId6"/>
    <p:sldId id="271" r:id="rId7"/>
    <p:sldId id="273" r:id="rId8"/>
    <p:sldId id="272" r:id="rId9"/>
    <p:sldId id="261" r:id="rId10"/>
  </p:sldIdLst>
  <p:sldSz cx="12192000" cy="6858000"/>
  <p:notesSz cx="6858000" cy="9144000"/>
  <p:custDataLst>
    <p:tags r:id="rId13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78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gs" Target="tags/tag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28/08/2026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7B82F-E4E9-499C-A3B0-E04168F3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67AF5-E0C2-47E6-AB94-5E43118EB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147C7-776B-43C1-808E-05CD7A9FA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3660-C619-4C12-8055-D9486A63B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Bias correction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5454B-64B8-4D5C-A120-D28F5A09B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BECB9-9B3C-426C-83E6-F290771ACE55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602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D9BC9D-39EE-4E11-B03A-D5961C2A9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E12516-7CDB-4AE0-9772-58E2D4012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Bias correction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5A197-1B19-4A79-8F96-F1C48DAC4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BECB9-9B3C-426C-83E6-F290771ACE55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8827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  <p:sldLayoutId id="2147483729" r:id="rId7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3.3 Addendum: bias correction in SA algorithms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57B7B4-740A-149F-F044-2686E786C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Description of the </a:t>
            </a:r>
            <a:r>
              <a:rPr lang="fr-BE" dirty="0" err="1"/>
              <a:t>problem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FCAB4412-9C77-F8EA-802D-124FF63E50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Log-additive decompositions</a:t>
                </a:r>
              </a:p>
              <a:p>
                <a:pPr lvl="1"/>
                <a:r>
                  <a:rPr lang="en-GB" dirty="0"/>
                  <a:t>SEATS with log transformation, X11 with log-additive mode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GB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dirty="0"/>
                  <a:t> </a:t>
                </a: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sSub>
                            <m:sSub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func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en-GB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func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en-GB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func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457200" lvl="1" indent="0" algn="ctr">
                  <a:buNone/>
                </a:pPr>
                <a:endParaRPr lang="en-GB" dirty="0"/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supHide m:val="on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𝑒𝑎𝑟𝑙𝑦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0↔</m:t>
                      </m:r>
                      <m:rad>
                        <m:ra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g>
                        <m:e>
                          <m:func>
                            <m:funcPr>
                              <m:ctrlPr>
                                <a:rPr lang="en-GB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func>
                        </m:e>
                      </m:rad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↔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𝑒𝑎𝑟𝑙𝑦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dirty="0"/>
              </a:p>
              <a:p>
                <a:pPr marL="457200" lvl="1" indent="0" algn="ctr">
                  <a:buNone/>
                </a:pPr>
                <a:endParaRPr lang="en-GB" dirty="0"/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𝑒𝑎𝑟𝑙𝑦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𝑆𝐴</m:t>
                              </m:r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𝑒𝑎𝑟𝑙𝑦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 algn="ctr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FCAB4412-9C77-F8EA-802D-124FF63E50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2FD034-386A-2630-5453-BBFD802CC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Bias correction</a:t>
            </a:r>
          </a:p>
        </p:txBody>
      </p:sp>
    </p:spTree>
    <p:extLst>
      <p:ext uri="{BB962C8B-B14F-4D97-AF65-F5344CB8AC3E}">
        <p14:creationId xmlns:p14="http://schemas.microsoft.com/office/powerpoint/2010/main" val="213364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706658-95F9-4FAB-9E9D-AA22B664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Possible solutions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35BBF6-5417-25AF-0283-6226308A7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Avoid log transformations </a:t>
            </a:r>
            <a:r>
              <a:rPr lang="en-GB"/>
              <a:t>(multiplicative X11)</a:t>
            </a:r>
            <a:endParaRPr lang="en-GB" dirty="0"/>
          </a:p>
          <a:p>
            <a:r>
              <a:rPr lang="en-GB" dirty="0"/>
              <a:t>Correct S, I and T for their average bias on the whole series (</a:t>
            </a:r>
            <a:r>
              <a:rPr lang="en-GB" dirty="0" err="1"/>
              <a:t>Tramo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But…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Don’t correct the bias (SA below the raw figures)</a:t>
            </a:r>
          </a:p>
          <a:p>
            <a:r>
              <a:rPr lang="en-GB" dirty="0"/>
              <a:t>Experimental options (X12): smooth correction</a:t>
            </a:r>
          </a:p>
          <a:p>
            <a:r>
              <a:rPr lang="en-GB" dirty="0"/>
              <a:t>Don’t correct and apply benchmarking</a:t>
            </a:r>
          </a:p>
          <a:p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01C036-F06B-EB84-D6B9-54C41D748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Bias correction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DFDA2E57-D75D-E439-324C-04BD0BD16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2866" y="3877578"/>
            <a:ext cx="2789270" cy="1297897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83D3ED46-B407-7DF2-4B14-A123824A2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5233" y="2941184"/>
            <a:ext cx="2658641" cy="1313953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0AB5F1BA-3EA9-F669-163B-B5A41944C4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2865" y="5282512"/>
            <a:ext cx="2743199" cy="140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655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0DB2F5-6F04-8BA4-B00B-684F72A88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Bias correction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7995EBC-55B5-0114-871F-FEFFE8323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" y="0"/>
            <a:ext cx="11163300" cy="58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1545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B12816-01EA-AF56-D770-19BCA10C3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Additional</a:t>
            </a:r>
            <a:r>
              <a:rPr lang="fr-BE" dirty="0"/>
              <a:t> </a:t>
            </a:r>
            <a:r>
              <a:rPr lang="fr-BE" dirty="0" err="1"/>
              <a:t>remarks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7A574E-3CFA-446C-EBCB-07198D1B3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Bias correction will generate some revisions (constant factor)</a:t>
            </a:r>
          </a:p>
          <a:p>
            <a:r>
              <a:rPr lang="en-GB" dirty="0"/>
              <a:t>No good solution if the seasonal factors highly differ following the periods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7275EEA-CA5A-BD31-F867-A63EAD4E4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Bias correction</a:t>
            </a:r>
          </a:p>
        </p:txBody>
      </p:sp>
    </p:spTree>
    <p:extLst>
      <p:ext uri="{BB962C8B-B14F-4D97-AF65-F5344CB8AC3E}">
        <p14:creationId xmlns:p14="http://schemas.microsoft.com/office/powerpoint/2010/main" val="648431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Props1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2</TotalTime>
  <Words>149</Words>
  <Application>Microsoft Office PowerPoint</Application>
  <PresentationFormat>Grand écran</PresentationFormat>
  <Paragraphs>29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 Math</vt:lpstr>
      <vt:lpstr>ESTAT Theme</vt:lpstr>
      <vt:lpstr>3.3 Addendum: bias correction in SA algorithms</vt:lpstr>
      <vt:lpstr>Description of the problem</vt:lpstr>
      <vt:lpstr>Possible solutions</vt:lpstr>
      <vt:lpstr>Présentation PowerPoint</vt:lpstr>
      <vt:lpstr>Additional remarks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63</cp:revision>
  <dcterms:created xsi:type="dcterms:W3CDTF">2024-11-22T11:11:00Z</dcterms:created>
  <dcterms:modified xsi:type="dcterms:W3CDTF">2026-08-28T08:55:12Z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