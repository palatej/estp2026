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256" r:id="rId5"/>
    <p:sldId id="262" r:id="rId6"/>
    <p:sldId id="263" r:id="rId7"/>
    <p:sldId id="264" r:id="rId8"/>
    <p:sldId id="265" r:id="rId9"/>
    <p:sldId id="261" r:id="rId10"/>
  </p:sldIdLst>
  <p:sldSz cx="12192000" cy="6858000"/>
  <p:notesSz cx="6858000" cy="9144000"/>
  <p:custDataLst>
    <p:tags r:id="rId13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47CB"/>
    <a:srgbClr val="2644A7"/>
    <a:srgbClr val="101010"/>
    <a:srgbClr val="F4F4F4"/>
    <a:srgbClr val="104F99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45" autoAdjust="0"/>
    <p:restoredTop sz="81100" autoAdjust="0"/>
  </p:normalViewPr>
  <p:slideViewPr>
    <p:cSldViewPr snapToGrid="0">
      <p:cViewPr varScale="1">
        <p:scale>
          <a:sx n="90" d="100"/>
          <a:sy n="90" d="100"/>
        </p:scale>
        <p:origin x="1122" y="78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gs" Target="tags/tag1.xml"/><Relationship Id="rId3" Type="http://schemas.openxmlformats.org/officeDocument/2006/relationships/customXml" Target="../customXml/item3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59" Type="http://customschemas.google.com/relationships/presentationmetadata" Target="metadata"/><Relationship Id="rId2" Type="http://schemas.openxmlformats.org/officeDocument/2006/relationships/customXml" Target="../customXml/item2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16/09/2026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901951"/>
            <a:ext cx="10515597" cy="4194176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</p:sldLayoutIdLst>
  <p:hf sldNum="0"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ESTP Training</a:t>
            </a:r>
          </a:p>
          <a:p>
            <a:r>
              <a:rPr lang="en-IE" dirty="0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Advanced Seasonal</a:t>
            </a:r>
            <a:br>
              <a:rPr lang="en-GB" dirty="0"/>
            </a:br>
            <a:r>
              <a:rPr lang="en-GB" dirty="0"/>
              <a:t>Adjustment with </a:t>
            </a:r>
            <a:r>
              <a:rPr lang="en-GB" dirty="0" err="1"/>
              <a:t>RJDemetra</a:t>
            </a:r>
            <a:endParaRPr lang="en-I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C45FB7-A568-40B4-F10D-7B3024015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600" dirty="0">
                <a:solidFill>
                  <a:schemeClr val="bg1">
                    <a:lumMod val="75000"/>
                  </a:schemeClr>
                </a:solidFill>
              </a:rPr>
              <a:t>Advanced </a:t>
            </a:r>
            <a:r>
              <a:rPr lang="en-GB" sz="3600" dirty="0">
                <a:solidFill>
                  <a:srgbClr val="0E47CB"/>
                </a:solidFill>
              </a:rPr>
              <a:t>Seasonal Adjustment </a:t>
            </a:r>
            <a:r>
              <a:rPr lang="en-GB" sz="3600" dirty="0">
                <a:solidFill>
                  <a:schemeClr val="bg1">
                    <a:lumMod val="75000"/>
                  </a:schemeClr>
                </a:solidFill>
              </a:rPr>
              <a:t>with </a:t>
            </a:r>
            <a:r>
              <a:rPr lang="en-GB" sz="3600" dirty="0" err="1">
                <a:solidFill>
                  <a:schemeClr val="bg1">
                    <a:lumMod val="75000"/>
                  </a:schemeClr>
                </a:solidFill>
              </a:rPr>
              <a:t>RJDemetra</a:t>
            </a:r>
            <a:endParaRPr lang="en-GB" sz="36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75EEC2B-6B2D-251E-1D41-763E847AE2A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39398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4E557D-CC1E-74A2-F546-488D54497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E47CB"/>
                </a:solidFill>
              </a:rPr>
              <a:t>Advanced</a:t>
            </a:r>
            <a:r>
              <a:rPr lang="en-GB" sz="3600" dirty="0">
                <a:solidFill>
                  <a:schemeClr val="bg1">
                    <a:lumMod val="75000"/>
                  </a:schemeClr>
                </a:solidFill>
              </a:rPr>
              <a:t> Seasonal Adjustment with </a:t>
            </a:r>
            <a:r>
              <a:rPr lang="en-GB" sz="3600" dirty="0" err="1">
                <a:solidFill>
                  <a:schemeClr val="bg1">
                    <a:lumMod val="75000"/>
                  </a:schemeClr>
                </a:solidFill>
              </a:rPr>
              <a:t>RJDemetra</a:t>
            </a:r>
            <a:endParaRPr lang="en-GB" sz="360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324894C-922B-6E25-B84D-08AA739CBAF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56364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3BBC01-922B-15A9-F826-CDC17A150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600" dirty="0">
                <a:solidFill>
                  <a:schemeClr val="bg1">
                    <a:lumMod val="75000"/>
                  </a:schemeClr>
                </a:solidFill>
              </a:rPr>
              <a:t>Advanced Seasonal Adjustment with </a:t>
            </a:r>
            <a:r>
              <a:rPr lang="en-GB" sz="3600" dirty="0" err="1">
                <a:solidFill>
                  <a:schemeClr val="bg1">
                    <a:lumMod val="75000"/>
                  </a:schemeClr>
                </a:solidFill>
              </a:rPr>
              <a:t>R</a:t>
            </a:r>
            <a:r>
              <a:rPr lang="en-GB" sz="3600" dirty="0" err="1">
                <a:solidFill>
                  <a:srgbClr val="0E47CB"/>
                </a:solidFill>
              </a:rPr>
              <a:t>JDemetra</a:t>
            </a:r>
            <a:endParaRPr lang="en-GB" sz="3600" dirty="0">
              <a:solidFill>
                <a:srgbClr val="0E47CB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7FEC36E-46F6-3E86-82C1-15CFCDE43EF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556558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EA9B2-727F-35E1-5F18-3840E35C9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83B998-BB13-DDD8-B5F9-48C51D85A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600" dirty="0">
                <a:solidFill>
                  <a:schemeClr val="bg1">
                    <a:lumMod val="75000"/>
                  </a:schemeClr>
                </a:solidFill>
              </a:rPr>
              <a:t>Advanced Seasonal Adjustment with </a:t>
            </a:r>
            <a:r>
              <a:rPr lang="en-GB" sz="3600" dirty="0" err="1">
                <a:solidFill>
                  <a:srgbClr val="0E47CB"/>
                </a:solidFill>
              </a:rPr>
              <a:t>R</a:t>
            </a:r>
            <a:r>
              <a:rPr lang="en-GB" sz="3600" dirty="0" err="1">
                <a:solidFill>
                  <a:schemeClr val="bg1">
                    <a:lumMod val="75000"/>
                  </a:schemeClr>
                </a:solidFill>
              </a:rPr>
              <a:t>JDemetra</a:t>
            </a:r>
            <a:endParaRPr lang="en-GB" sz="36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CB0040-1749-2DB4-1A1D-E586D1D0129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83237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Props1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31</TotalTime>
  <Words>31</Words>
  <Application>Microsoft Office PowerPoint</Application>
  <PresentationFormat>Grand écran</PresentationFormat>
  <Paragraphs>7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9" baseType="lpstr">
      <vt:lpstr>Arial</vt:lpstr>
      <vt:lpstr>Calibri</vt:lpstr>
      <vt:lpstr>ESTAT Theme</vt:lpstr>
      <vt:lpstr>Advanced Seasonal Adjustment with RJDemetra</vt:lpstr>
      <vt:lpstr>Advanced Seasonal Adjustment with RJDemetra</vt:lpstr>
      <vt:lpstr>Advanced Seasonal Adjustment with RJDemetra</vt:lpstr>
      <vt:lpstr>Advanced Seasonal Adjustment with RJDemetra</vt:lpstr>
      <vt:lpstr>Advanced Seasonal Adjustment with RJDemetra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64</cp:revision>
  <dcterms:created xsi:type="dcterms:W3CDTF">2024-11-22T11:11:00Z</dcterms:created>
  <dcterms:modified xsi:type="dcterms:W3CDTF">2026-09-16T06:49:19Z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