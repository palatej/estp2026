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48" r:id="rId4"/>
  </p:sldMasterIdLst>
  <p:notesMasterIdLst>
    <p:notesMasterId r:id="rId22"/>
  </p:notesMasterIdLst>
  <p:handoutMasterIdLst>
    <p:handoutMasterId r:id="rId23"/>
  </p:handoutMasterIdLst>
  <p:sldIdLst>
    <p:sldId id="256" r:id="rId5"/>
    <p:sldId id="262" r:id="rId6"/>
    <p:sldId id="263" r:id="rId7"/>
    <p:sldId id="264" r:id="rId8"/>
    <p:sldId id="280" r:id="rId9"/>
    <p:sldId id="279" r:id="rId10"/>
    <p:sldId id="272" r:id="rId11"/>
    <p:sldId id="273" r:id="rId12"/>
    <p:sldId id="260" r:id="rId13"/>
    <p:sldId id="274" r:id="rId14"/>
    <p:sldId id="275" r:id="rId15"/>
    <p:sldId id="276" r:id="rId16"/>
    <p:sldId id="265" r:id="rId17"/>
    <p:sldId id="266" r:id="rId18"/>
    <p:sldId id="267" r:id="rId19"/>
    <p:sldId id="268" r:id="rId20"/>
    <p:sldId id="261" r:id="rId21"/>
  </p:sldIdLst>
  <p:sldSz cx="12192000" cy="6858000"/>
  <p:notesSz cx="6858000" cy="9144000"/>
  <p:custDataLst>
    <p:tags r:id="rId24"/>
  </p:custData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092">
          <p15:clr>
            <a:srgbClr val="A4A3A4"/>
          </p15:clr>
        </p15:guide>
        <p15:guide id="2" pos="3840">
          <p15:clr>
            <a:srgbClr val="A4A3A4"/>
          </p15:clr>
        </p15:guide>
      </p15:sldGuideLst>
    </p:ext>
    <p:ext uri="{2D200454-40CA-4A62-9FC3-DE9A4176ACB9}">
      <p15:notesGuideLst xmlns:p15="http://schemas.microsoft.com/office/powerpoint/2012/main"/>
    </p:ext>
    <p:ext uri="http://customooxmlschemas.google.com/">
      <go:slidesCustomData xmlns=""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r:id="rId59" roundtripDataSignature="AMtx7mh3YP3xexYcFoahXa2ehi0H5V4Za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644A7"/>
    <a:srgbClr val="101010"/>
    <a:srgbClr val="F4F4F4"/>
    <a:srgbClr val="104F99"/>
    <a:srgbClr val="0E47CB"/>
    <a:srgbClr val="003180"/>
    <a:srgbClr val="0A2744"/>
    <a:srgbClr val="FFCC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Aucun style, grille du tableau">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9645" autoAdjust="0"/>
    <p:restoredTop sz="90315" autoAdjust="0"/>
  </p:normalViewPr>
  <p:slideViewPr>
    <p:cSldViewPr snapToGrid="0">
      <p:cViewPr varScale="1">
        <p:scale>
          <a:sx n="94" d="100"/>
          <a:sy n="94" d="100"/>
        </p:scale>
        <p:origin x="126" y="216"/>
      </p:cViewPr>
      <p:guideLst>
        <p:guide orient="horz" pos="2092"/>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75" d="100"/>
          <a:sy n="75" d="100"/>
        </p:scale>
        <p:origin x="2938" y="4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customXml" Target="../customXml/item3.xml"/><Relationship Id="rId21" Type="http://schemas.openxmlformats.org/officeDocument/2006/relationships/slide" Target="slides/slide17.xml"/><Relationship Id="rId63" Type="http://schemas.openxmlformats.org/officeDocument/2006/relationships/tableStyles" Target="tableStyle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59" Type="http://customschemas.google.com/relationships/presentationmetadata" Target="metadata"/><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62"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gs" Target="tags/tag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handoutMaster" Target="handoutMasters/handoutMaster1.xml"/><Relationship Id="rId61"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60"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F66D6800-DB9C-EBAC-83AC-5F9D7E2C8B1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E"/>
          </a:p>
        </p:txBody>
      </p:sp>
      <p:sp>
        <p:nvSpPr>
          <p:cNvPr id="3" name="Date Placeholder 2">
            <a:extLst>
              <a:ext uri="{FF2B5EF4-FFF2-40B4-BE49-F238E27FC236}">
                <a16:creationId xmlns:a16="http://schemas.microsoft.com/office/drawing/2014/main" id="{BDED1430-DB1F-C50E-E2CC-369D36DF2761}"/>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CBFB8CE-488C-4A7E-87F2-3AF6127C51C1}" type="datetimeFigureOut">
              <a:rPr lang="en-IE" smtClean="0"/>
              <a:t>30/09/2026</a:t>
            </a:fld>
            <a:endParaRPr lang="en-IE"/>
          </a:p>
        </p:txBody>
      </p:sp>
      <p:sp>
        <p:nvSpPr>
          <p:cNvPr id="4" name="Footer Placeholder 3">
            <a:extLst>
              <a:ext uri="{FF2B5EF4-FFF2-40B4-BE49-F238E27FC236}">
                <a16:creationId xmlns:a16="http://schemas.microsoft.com/office/drawing/2014/main" id="{E41B46C1-E31F-1BE5-CF29-FC2D8EA3E24A}"/>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IE"/>
          </a:p>
        </p:txBody>
      </p:sp>
      <p:sp>
        <p:nvSpPr>
          <p:cNvPr id="5" name="Slide Number Placeholder 4">
            <a:extLst>
              <a:ext uri="{FF2B5EF4-FFF2-40B4-BE49-F238E27FC236}">
                <a16:creationId xmlns:a16="http://schemas.microsoft.com/office/drawing/2014/main" id="{24A38F49-91A1-E3F0-770A-4578CF8E586A}"/>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B9F2F4C-E206-483F-A4B8-E82471BA527C}" type="slidenum">
              <a:rPr lang="en-IE" smtClean="0"/>
              <a:t>‹N°›</a:t>
            </a:fld>
            <a:endParaRPr lang="en-IE"/>
          </a:p>
        </p:txBody>
      </p:sp>
    </p:spTree>
    <p:extLst>
      <p:ext uri="{BB962C8B-B14F-4D97-AF65-F5344CB8AC3E}">
        <p14:creationId xmlns:p14="http://schemas.microsoft.com/office/powerpoint/2010/main" val="261982775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GB" sz="1200" b="0" i="0" u="none" strike="noStrike" cap="none">
                <a:solidFill>
                  <a:schemeClr val="dk1"/>
                </a:solidFill>
                <a:latin typeface="Calibri"/>
                <a:ea typeface="Calibri"/>
                <a:cs typeface="Calibri"/>
                <a:sym typeface="Calibri"/>
              </a:rPr>
              <a:t>‹N°›</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preserve="1" userDrawn="1">
  <p:cSld name=" Title Slide">
    <p:spTree>
      <p:nvGrpSpPr>
        <p:cNvPr id="1" name="Shape 14"/>
        <p:cNvGrpSpPr/>
        <p:nvPr/>
      </p:nvGrpSpPr>
      <p:grpSpPr>
        <a:xfrm>
          <a:off x="0" y="0"/>
          <a:ext cx="0" cy="0"/>
          <a:chOff x="0" y="0"/>
          <a:chExt cx="0" cy="0"/>
        </a:xfrm>
      </p:grpSpPr>
      <p:pic>
        <p:nvPicPr>
          <p:cNvPr id="3" name="Picture 2">
            <a:extLst>
              <a:ext uri="{FF2B5EF4-FFF2-40B4-BE49-F238E27FC236}">
                <a16:creationId xmlns:a16="http://schemas.microsoft.com/office/drawing/2014/main" id="{CD898605-EE7A-6AAE-447A-080B2C6D2258}"/>
              </a:ext>
            </a:extLst>
          </p:cNvPr>
          <p:cNvPicPr>
            <a:picLocks noGrp="1" noRot="1" noChangeAspect="1" noMove="1" noResize="1" noEditPoints="1" noAdjustHandles="1" noChangeArrowheads="1" noChangeShapeType="1" noCrop="1"/>
          </p:cNvPicPr>
          <p:nvPr userDrawn="1"/>
        </p:nvPicPr>
        <p:blipFill>
          <a:blip r:embed="rId2"/>
          <a:srcRect t="3042" b="3042"/>
          <a:stretch/>
        </p:blipFill>
        <p:spPr>
          <a:xfrm>
            <a:off x="-918" y="0"/>
            <a:ext cx="12192001" cy="6866879"/>
          </a:xfrm>
          <a:prstGeom prst="rect">
            <a:avLst/>
          </a:prstGeom>
        </p:spPr>
      </p:pic>
      <p:sp>
        <p:nvSpPr>
          <p:cNvPr id="19" name="Google Shape;19;p22"/>
          <p:cNvSpPr txBox="1">
            <a:spLocks noGrp="1"/>
          </p:cNvSpPr>
          <p:nvPr>
            <p:ph type="subTitle" idx="1"/>
          </p:nvPr>
        </p:nvSpPr>
        <p:spPr>
          <a:xfrm>
            <a:off x="1112521" y="3277775"/>
            <a:ext cx="3957106" cy="1745469"/>
          </a:xfrm>
          <a:prstGeom prst="rect">
            <a:avLst/>
          </a:prstGeom>
          <a:noFill/>
          <a:ln>
            <a:noFill/>
          </a:ln>
        </p:spPr>
        <p:txBody>
          <a:bodyPr spcFirstLastPara="1" wrap="square" lIns="91425" tIns="45700" rIns="91425" bIns="45700" anchor="t" anchorCtr="0">
            <a:noAutofit/>
          </a:bodyPr>
          <a:lstStyle>
            <a:lvl1pPr marL="0" lvl="0" algn="l">
              <a:lnSpc>
                <a:spcPct val="100000"/>
              </a:lnSpc>
              <a:spcBef>
                <a:spcPts val="0"/>
              </a:spcBef>
              <a:spcAft>
                <a:spcPts val="0"/>
              </a:spcAft>
              <a:buSzPts val="2800"/>
              <a:buNone/>
              <a:defRPr sz="2800" i="0">
                <a:solidFill>
                  <a:schemeClr val="bg1"/>
                </a:solidFill>
              </a:defRPr>
            </a:lvl1pPr>
            <a:lvl2pPr lvl="1" algn="ctr">
              <a:lnSpc>
                <a:spcPct val="100000"/>
              </a:lnSpc>
              <a:spcBef>
                <a:spcPts val="1800"/>
              </a:spcBef>
              <a:spcAft>
                <a:spcPts val="0"/>
              </a:spcAft>
              <a:buSzPts val="2000"/>
              <a:buNone/>
              <a:defRPr sz="2000"/>
            </a:lvl2pPr>
            <a:lvl3pPr lvl="2" algn="ctr">
              <a:lnSpc>
                <a:spcPct val="100000"/>
              </a:lnSpc>
              <a:spcBef>
                <a:spcPts val="1800"/>
              </a:spcBef>
              <a:spcAft>
                <a:spcPts val="0"/>
              </a:spcAft>
              <a:buSzPts val="1800"/>
              <a:buNone/>
              <a:defRPr sz="1800"/>
            </a:lvl3pPr>
            <a:lvl4pPr lvl="3" algn="ctr">
              <a:lnSpc>
                <a:spcPct val="100000"/>
              </a:lnSpc>
              <a:spcBef>
                <a:spcPts val="1800"/>
              </a:spcBef>
              <a:spcAft>
                <a:spcPts val="0"/>
              </a:spcAft>
              <a:buSzPts val="1600"/>
              <a:buNone/>
              <a:defRPr sz="1600"/>
            </a:lvl4pPr>
            <a:lvl5pPr lvl="4" algn="ctr">
              <a:lnSpc>
                <a:spcPct val="100000"/>
              </a:lnSpc>
              <a:spcBef>
                <a:spcPts val="1800"/>
              </a:spcBef>
              <a:spcAft>
                <a:spcPts val="0"/>
              </a:spcAft>
              <a:buSzPts val="1600"/>
              <a:buNone/>
              <a:defRPr sz="1600"/>
            </a:lvl5pPr>
            <a:lvl6pPr lvl="5" algn="ctr">
              <a:lnSpc>
                <a:spcPct val="90000"/>
              </a:lnSpc>
              <a:spcBef>
                <a:spcPts val="18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r>
              <a:rPr lang="en-US" dirty="0"/>
              <a:t>Click to edit Master subtitle style</a:t>
            </a:r>
            <a:endParaRPr dirty="0"/>
          </a:p>
        </p:txBody>
      </p:sp>
      <p:pic>
        <p:nvPicPr>
          <p:cNvPr id="5" name="Picture 4">
            <a:extLst>
              <a:ext uri="{FF2B5EF4-FFF2-40B4-BE49-F238E27FC236}">
                <a16:creationId xmlns:a16="http://schemas.microsoft.com/office/drawing/2014/main" id="{0D09F257-77BC-80DD-CDE4-F5B22D79517B}"/>
              </a:ext>
            </a:extLst>
          </p:cNvPr>
          <p:cNvPicPr>
            <a:picLocks noChangeAspect="1"/>
          </p:cNvPicPr>
          <p:nvPr userDrawn="1"/>
        </p:nvPicPr>
        <p:blipFill>
          <a:blip r:embed="rId3"/>
          <a:srcRect/>
          <a:stretch/>
        </p:blipFill>
        <p:spPr>
          <a:xfrm>
            <a:off x="7381876" y="3596720"/>
            <a:ext cx="4224858" cy="1374485"/>
          </a:xfrm>
          <a:prstGeom prst="rect">
            <a:avLst/>
          </a:prstGeom>
        </p:spPr>
      </p:pic>
      <p:sp>
        <p:nvSpPr>
          <p:cNvPr id="16" name="Title 15">
            <a:extLst>
              <a:ext uri="{FF2B5EF4-FFF2-40B4-BE49-F238E27FC236}">
                <a16:creationId xmlns:a16="http://schemas.microsoft.com/office/drawing/2014/main" id="{784A076C-4C5D-810C-C205-F06C491692A3}"/>
              </a:ext>
            </a:extLst>
          </p:cNvPr>
          <p:cNvSpPr>
            <a:spLocks noGrp="1"/>
          </p:cNvSpPr>
          <p:nvPr>
            <p:ph type="title"/>
          </p:nvPr>
        </p:nvSpPr>
        <p:spPr>
          <a:xfrm>
            <a:off x="1112521" y="885018"/>
            <a:ext cx="9448800" cy="2037783"/>
          </a:xfrm>
        </p:spPr>
        <p:txBody>
          <a:bodyPr anchor="ctr"/>
          <a:lstStyle>
            <a:lvl1pPr>
              <a:defRPr sz="4800">
                <a:solidFill>
                  <a:schemeClr val="bg1"/>
                </a:solidFill>
              </a:defRPr>
            </a:lvl1pPr>
          </a:lstStyle>
          <a:p>
            <a:r>
              <a:rPr lang="en-US" dirty="0"/>
              <a:t>Click to edit Master title style</a:t>
            </a:r>
            <a:endParaRPr lang="en-IE" dirty="0"/>
          </a:p>
        </p:txBody>
      </p:sp>
      <p:sp>
        <p:nvSpPr>
          <p:cNvPr id="24" name="Text Placeholder 23">
            <a:extLst>
              <a:ext uri="{FF2B5EF4-FFF2-40B4-BE49-F238E27FC236}">
                <a16:creationId xmlns:a16="http://schemas.microsoft.com/office/drawing/2014/main" id="{E5F2B0E4-A35A-CFA1-4E98-55EAD82CE82B}"/>
              </a:ext>
            </a:extLst>
          </p:cNvPr>
          <p:cNvSpPr>
            <a:spLocks noGrp="1"/>
          </p:cNvSpPr>
          <p:nvPr>
            <p:ph type="body" sz="quarter" idx="10"/>
          </p:nvPr>
        </p:nvSpPr>
        <p:spPr>
          <a:xfrm>
            <a:off x="1307994" y="5771588"/>
            <a:ext cx="2509626" cy="777875"/>
          </a:xfrm>
        </p:spPr>
        <p:txBody>
          <a:bodyPr/>
          <a:lstStyle>
            <a:lvl1pPr marL="0" indent="0">
              <a:buNone/>
              <a:defRPr sz="2000">
                <a:solidFill>
                  <a:schemeClr val="bg1"/>
                </a:solidFill>
              </a:defRPr>
            </a:lvl1pPr>
          </a:lstStyle>
          <a:p>
            <a:pPr lvl="0"/>
            <a:r>
              <a:rPr lang="en-US" dirty="0"/>
              <a:t>Click to edit Master text styles</a:t>
            </a:r>
          </a:p>
        </p:txBody>
      </p:sp>
    </p:spTree>
    <p:extLst>
      <p:ext uri="{BB962C8B-B14F-4D97-AF65-F5344CB8AC3E}">
        <p14:creationId xmlns:p14="http://schemas.microsoft.com/office/powerpoint/2010/main" val="315940731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Content and Object" preserve="1" userDrawn="1">
  <p:cSld name="Content and Object">
    <p:spTree>
      <p:nvGrpSpPr>
        <p:cNvPr id="1" name="Shape 172"/>
        <p:cNvGrpSpPr/>
        <p:nvPr/>
      </p:nvGrpSpPr>
      <p:grpSpPr>
        <a:xfrm>
          <a:off x="0" y="0"/>
          <a:ext cx="0" cy="0"/>
          <a:chOff x="0" y="0"/>
          <a:chExt cx="0" cy="0"/>
        </a:xfrm>
      </p:grpSpPr>
      <p:sp>
        <p:nvSpPr>
          <p:cNvPr id="174" name="Google Shape;174;p41"/>
          <p:cNvSpPr txBox="1">
            <a:spLocks noGrp="1"/>
          </p:cNvSpPr>
          <p:nvPr>
            <p:ph type="title"/>
          </p:nvPr>
        </p:nvSpPr>
        <p:spPr>
          <a:xfrm>
            <a:off x="970722" y="65387"/>
            <a:ext cx="10515600" cy="782357"/>
          </a:xfrm>
          <a:prstGeom prst="rect">
            <a:avLst/>
          </a:prstGeom>
          <a:noFill/>
          <a:ln>
            <a:noFill/>
          </a:ln>
        </p:spPr>
        <p:txBody>
          <a:bodyPr spcFirstLastPara="1" wrap="square" lIns="91425" tIns="45700" rIns="91425" bIns="0" anchor="t" anchorCtr="0">
            <a:noAutofit/>
          </a:bodyPr>
          <a:lstStyle>
            <a:lvl1pPr lvl="0" algn="l">
              <a:lnSpc>
                <a:spcPct val="90000"/>
              </a:lnSpc>
              <a:spcBef>
                <a:spcPts val="0"/>
              </a:spcBef>
              <a:spcAft>
                <a:spcPts val="0"/>
              </a:spcAft>
              <a:buClr>
                <a:schemeClr val="dk2"/>
              </a:buClr>
              <a:buSzPts val="1800"/>
              <a:buNone/>
              <a:defRPr>
                <a:solidFill>
                  <a:srgbClr val="2644A7"/>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r>
              <a:rPr lang="en-US" dirty="0"/>
              <a:t>Click to edit Master title style</a:t>
            </a:r>
            <a:endParaRPr dirty="0"/>
          </a:p>
        </p:txBody>
      </p:sp>
      <p:cxnSp>
        <p:nvCxnSpPr>
          <p:cNvPr id="177" name="Google Shape;177;p41"/>
          <p:cNvCxnSpPr>
            <a:cxnSpLocks/>
          </p:cNvCxnSpPr>
          <p:nvPr/>
        </p:nvCxnSpPr>
        <p:spPr>
          <a:xfrm>
            <a:off x="0" y="1552418"/>
            <a:ext cx="970722" cy="0"/>
          </a:xfrm>
          <a:prstGeom prst="straightConnector1">
            <a:avLst/>
          </a:prstGeom>
          <a:noFill/>
          <a:ln w="76200" cap="flat" cmpd="sng">
            <a:solidFill>
              <a:schemeClr val="accent5"/>
            </a:solidFill>
            <a:prstDash val="solid"/>
            <a:miter lim="800000"/>
            <a:headEnd type="none" w="sm" len="sm"/>
            <a:tailEnd type="none" w="sm" len="sm"/>
          </a:ln>
        </p:spPr>
      </p:cxnSp>
      <p:sp>
        <p:nvSpPr>
          <p:cNvPr id="3" name="Google Shape;10;p21">
            <a:extLst>
              <a:ext uri="{FF2B5EF4-FFF2-40B4-BE49-F238E27FC236}">
                <a16:creationId xmlns:a16="http://schemas.microsoft.com/office/drawing/2014/main" id="{C87DACA3-4A62-7EF9-9155-5CC0EBE6EC54}"/>
              </a:ext>
            </a:extLst>
          </p:cNvPr>
          <p:cNvSpPr txBox="1">
            <a:spLocks noGrp="1"/>
          </p:cNvSpPr>
          <p:nvPr>
            <p:ph type="sldNum" idx="12"/>
          </p:nvPr>
        </p:nvSpPr>
        <p:spPr>
          <a:xfrm>
            <a:off x="4724400" y="6437331"/>
            <a:ext cx="2743200" cy="365125"/>
          </a:xfrm>
          <a:prstGeom prst="rect">
            <a:avLst/>
          </a:prstGeom>
          <a:noFill/>
          <a:ln>
            <a:noFill/>
          </a:ln>
        </p:spPr>
        <p:txBody>
          <a:bodyPr spcFirstLastPara="1" wrap="square" lIns="91425" tIns="45700" rIns="91425" bIns="45700" anchor="ctr" anchorCtr="0">
            <a:noAutofit/>
          </a:bodyPr>
          <a:lstStyle>
            <a:lvl1pPr marL="0" marR="0" lvl="0" indent="0" algn="ctr" rtl="0">
              <a:spcBef>
                <a:spcPts val="0"/>
              </a:spcBef>
              <a:buNone/>
              <a:defRPr sz="1200" b="0" i="0" u="none" strike="noStrike" cap="none">
                <a:solidFill>
                  <a:srgbClr val="767676"/>
                </a:solidFill>
                <a:latin typeface="Arial"/>
                <a:ea typeface="Arial"/>
                <a:cs typeface="Arial"/>
                <a:sym typeface="Arial"/>
              </a:defRPr>
            </a:lvl1pPr>
            <a:lvl2pPr marL="0" marR="0" lvl="1" indent="0" algn="l" rtl="0">
              <a:spcBef>
                <a:spcPts val="0"/>
              </a:spcBef>
              <a:buNone/>
              <a:defRPr sz="1200" b="0" i="0" u="none" strike="noStrike" cap="none">
                <a:solidFill>
                  <a:srgbClr val="767676"/>
                </a:solidFill>
                <a:latin typeface="Arial"/>
                <a:ea typeface="Arial"/>
                <a:cs typeface="Arial"/>
                <a:sym typeface="Arial"/>
              </a:defRPr>
            </a:lvl2pPr>
            <a:lvl3pPr marL="0" marR="0" lvl="2" indent="0" algn="l" rtl="0">
              <a:spcBef>
                <a:spcPts val="0"/>
              </a:spcBef>
              <a:buNone/>
              <a:defRPr sz="1200" b="0" i="0" u="none" strike="noStrike" cap="none">
                <a:solidFill>
                  <a:srgbClr val="767676"/>
                </a:solidFill>
                <a:latin typeface="Arial"/>
                <a:ea typeface="Arial"/>
                <a:cs typeface="Arial"/>
                <a:sym typeface="Arial"/>
              </a:defRPr>
            </a:lvl3pPr>
            <a:lvl4pPr marL="0" marR="0" lvl="3" indent="0" algn="l" rtl="0">
              <a:spcBef>
                <a:spcPts val="0"/>
              </a:spcBef>
              <a:buNone/>
              <a:defRPr sz="1200" b="0" i="0" u="none" strike="noStrike" cap="none">
                <a:solidFill>
                  <a:srgbClr val="767676"/>
                </a:solidFill>
                <a:latin typeface="Arial"/>
                <a:ea typeface="Arial"/>
                <a:cs typeface="Arial"/>
                <a:sym typeface="Arial"/>
              </a:defRPr>
            </a:lvl4pPr>
            <a:lvl5pPr marL="0" marR="0" lvl="4" indent="0" algn="l" rtl="0">
              <a:spcBef>
                <a:spcPts val="0"/>
              </a:spcBef>
              <a:buNone/>
              <a:defRPr sz="1200" b="0" i="0" u="none" strike="noStrike" cap="none">
                <a:solidFill>
                  <a:srgbClr val="767676"/>
                </a:solidFill>
                <a:latin typeface="Arial"/>
                <a:ea typeface="Arial"/>
                <a:cs typeface="Arial"/>
                <a:sym typeface="Arial"/>
              </a:defRPr>
            </a:lvl5pPr>
            <a:lvl6pPr marL="0" marR="0" lvl="5" indent="0" algn="l" rtl="0">
              <a:spcBef>
                <a:spcPts val="0"/>
              </a:spcBef>
              <a:buNone/>
              <a:defRPr sz="1200" b="0" i="0" u="none" strike="noStrike" cap="none">
                <a:solidFill>
                  <a:srgbClr val="767676"/>
                </a:solidFill>
                <a:latin typeface="Arial"/>
                <a:ea typeface="Arial"/>
                <a:cs typeface="Arial"/>
                <a:sym typeface="Arial"/>
              </a:defRPr>
            </a:lvl6pPr>
            <a:lvl7pPr marL="0" marR="0" lvl="6" indent="0" algn="l" rtl="0">
              <a:spcBef>
                <a:spcPts val="0"/>
              </a:spcBef>
              <a:buNone/>
              <a:defRPr sz="1200" b="0" i="0" u="none" strike="noStrike" cap="none">
                <a:solidFill>
                  <a:srgbClr val="767676"/>
                </a:solidFill>
                <a:latin typeface="Arial"/>
                <a:ea typeface="Arial"/>
                <a:cs typeface="Arial"/>
                <a:sym typeface="Arial"/>
              </a:defRPr>
            </a:lvl7pPr>
            <a:lvl8pPr marL="0" marR="0" lvl="7" indent="0" algn="l" rtl="0">
              <a:spcBef>
                <a:spcPts val="0"/>
              </a:spcBef>
              <a:buNone/>
              <a:defRPr sz="1200" b="0" i="0" u="none" strike="noStrike" cap="none">
                <a:solidFill>
                  <a:srgbClr val="767676"/>
                </a:solidFill>
                <a:latin typeface="Arial"/>
                <a:ea typeface="Arial"/>
                <a:cs typeface="Arial"/>
                <a:sym typeface="Arial"/>
              </a:defRPr>
            </a:lvl8pPr>
            <a:lvl9pPr marL="0" marR="0" lvl="8" indent="0" algn="l" rtl="0">
              <a:spcBef>
                <a:spcPts val="0"/>
              </a:spcBef>
              <a:buNone/>
              <a:defRPr sz="1200" b="0" i="0" u="none" strike="noStrike" cap="none">
                <a:solidFill>
                  <a:srgbClr val="767676"/>
                </a:solidFill>
                <a:latin typeface="Arial"/>
                <a:ea typeface="Arial"/>
                <a:cs typeface="Arial"/>
                <a:sym typeface="Arial"/>
              </a:defRPr>
            </a:lvl9pPr>
          </a:lstStyle>
          <a:p>
            <a:fld id="{00000000-1234-1234-1234-123412341234}" type="slidenum">
              <a:rPr lang="en-GB" smtClean="0"/>
              <a:pPr/>
              <a:t>‹N°›</a:t>
            </a:fld>
            <a:endParaRPr lang="en-GB"/>
          </a:p>
        </p:txBody>
      </p:sp>
      <p:pic>
        <p:nvPicPr>
          <p:cNvPr id="5" name="Picture 4">
            <a:extLst>
              <a:ext uri="{FF2B5EF4-FFF2-40B4-BE49-F238E27FC236}">
                <a16:creationId xmlns:a16="http://schemas.microsoft.com/office/drawing/2014/main" id="{1F3BA733-25B6-C4BB-1150-48850654F2C6}"/>
              </a:ext>
            </a:extLst>
          </p:cNvPr>
          <p:cNvPicPr>
            <a:picLocks noChangeAspect="1"/>
          </p:cNvPicPr>
          <p:nvPr userDrawn="1"/>
        </p:nvPicPr>
        <p:blipFill>
          <a:blip r:embed="rId2"/>
          <a:srcRect/>
          <a:stretch/>
        </p:blipFill>
        <p:spPr>
          <a:xfrm>
            <a:off x="424731" y="6499013"/>
            <a:ext cx="1332000" cy="181429"/>
          </a:xfrm>
          <a:prstGeom prst="rect">
            <a:avLst/>
          </a:prstGeom>
        </p:spPr>
      </p:pic>
      <p:pic>
        <p:nvPicPr>
          <p:cNvPr id="6" name="Picture 5">
            <a:extLst>
              <a:ext uri="{FF2B5EF4-FFF2-40B4-BE49-F238E27FC236}">
                <a16:creationId xmlns:a16="http://schemas.microsoft.com/office/drawing/2014/main" id="{3BD3E27D-21BB-B8BD-0101-611C3D7A991F}"/>
              </a:ext>
            </a:extLst>
          </p:cNvPr>
          <p:cNvPicPr>
            <a:picLocks noChangeAspect="1"/>
          </p:cNvPicPr>
          <p:nvPr userDrawn="1"/>
        </p:nvPicPr>
        <p:blipFill>
          <a:blip r:embed="rId3"/>
          <a:srcRect/>
          <a:stretch/>
        </p:blipFill>
        <p:spPr>
          <a:xfrm>
            <a:off x="10326539" y="5728720"/>
            <a:ext cx="1865461" cy="1130560"/>
          </a:xfrm>
          <a:prstGeom prst="rect">
            <a:avLst/>
          </a:prstGeom>
        </p:spPr>
      </p:pic>
      <p:sp>
        <p:nvSpPr>
          <p:cNvPr id="4" name="Content Placeholder 3">
            <a:extLst>
              <a:ext uri="{FF2B5EF4-FFF2-40B4-BE49-F238E27FC236}">
                <a16:creationId xmlns:a16="http://schemas.microsoft.com/office/drawing/2014/main" id="{B938CD64-6B9A-81A2-BDB2-55DA96C9E7A9}"/>
              </a:ext>
            </a:extLst>
          </p:cNvPr>
          <p:cNvSpPr>
            <a:spLocks noGrp="1"/>
          </p:cNvSpPr>
          <p:nvPr>
            <p:ph sz="half" idx="2"/>
          </p:nvPr>
        </p:nvSpPr>
        <p:spPr>
          <a:xfrm>
            <a:off x="970722" y="1024934"/>
            <a:ext cx="10515597" cy="5245233"/>
          </a:xfrm>
        </p:spPr>
        <p:txBody>
          <a:bodyPr wrap="square">
            <a:noAutofit/>
          </a:bodyPr>
          <a:lstStyle>
            <a:lvl1pPr marL="342000" indent="-342000">
              <a:lnSpc>
                <a:spcPct val="90000"/>
              </a:lnSpc>
              <a:spcAft>
                <a:spcPts val="1000"/>
              </a:spcAft>
              <a:defRPr sz="2000">
                <a:solidFill>
                  <a:srgbClr val="101010"/>
                </a:solidFill>
              </a:defRPr>
            </a:lvl1pPr>
            <a:lvl2pPr marL="684000" indent="-342000">
              <a:spcBef>
                <a:spcPts val="0"/>
              </a:spcBef>
              <a:spcAft>
                <a:spcPts val="800"/>
              </a:spcAft>
              <a:defRPr sz="1800">
                <a:solidFill>
                  <a:srgbClr val="101010"/>
                </a:solidFill>
              </a:defRPr>
            </a:lvl2pPr>
            <a:lvl3pPr marL="972000">
              <a:lnSpc>
                <a:spcPct val="90000"/>
              </a:lnSpc>
              <a:spcBef>
                <a:spcPts val="0"/>
              </a:spcBef>
              <a:spcAft>
                <a:spcPts val="1000"/>
              </a:spcAft>
              <a:defRPr sz="1600">
                <a:solidFill>
                  <a:srgbClr val="101010"/>
                </a:solidFill>
              </a:defRPr>
            </a:lvl3pPr>
            <a:lvl4pPr marL="1296000" indent="-342000">
              <a:lnSpc>
                <a:spcPct val="90000"/>
              </a:lnSpc>
              <a:spcBef>
                <a:spcPts val="0"/>
              </a:spcBef>
              <a:spcAft>
                <a:spcPts val="1000"/>
              </a:spcAft>
              <a:defRPr sz="1400">
                <a:solidFill>
                  <a:srgbClr val="101010"/>
                </a:solidFill>
              </a:defRPr>
            </a:lvl4pPr>
            <a:lvl5pPr marL="1620000" indent="-342000">
              <a:lnSpc>
                <a:spcPct val="90000"/>
              </a:lnSpc>
              <a:spcBef>
                <a:spcPts val="0"/>
              </a:spcBef>
              <a:spcAft>
                <a:spcPts val="1000"/>
              </a:spcAft>
              <a:defRPr sz="1200">
                <a:solidFill>
                  <a:srgbClr val="101010"/>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Tree>
    <p:extLst>
      <p:ext uri="{BB962C8B-B14F-4D97-AF65-F5344CB8AC3E}">
        <p14:creationId xmlns:p14="http://schemas.microsoft.com/office/powerpoint/2010/main" val="333350374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Content and Object" preserve="1" userDrawn="1">
  <p:cSld name="Content and Object 2">
    <p:spTree>
      <p:nvGrpSpPr>
        <p:cNvPr id="1" name="Shape 172"/>
        <p:cNvGrpSpPr/>
        <p:nvPr/>
      </p:nvGrpSpPr>
      <p:grpSpPr>
        <a:xfrm>
          <a:off x="0" y="0"/>
          <a:ext cx="0" cy="0"/>
          <a:chOff x="0" y="0"/>
          <a:chExt cx="0" cy="0"/>
        </a:xfrm>
      </p:grpSpPr>
      <p:sp>
        <p:nvSpPr>
          <p:cNvPr id="174" name="Google Shape;174;p41"/>
          <p:cNvSpPr txBox="1">
            <a:spLocks noGrp="1"/>
          </p:cNvSpPr>
          <p:nvPr>
            <p:ph type="title"/>
          </p:nvPr>
        </p:nvSpPr>
        <p:spPr>
          <a:xfrm>
            <a:off x="970722" y="413590"/>
            <a:ext cx="10515600" cy="782357"/>
          </a:xfrm>
          <a:prstGeom prst="rect">
            <a:avLst/>
          </a:prstGeom>
          <a:noFill/>
          <a:ln>
            <a:noFill/>
          </a:ln>
        </p:spPr>
        <p:txBody>
          <a:bodyPr spcFirstLastPara="1" wrap="square" lIns="91425" tIns="45700" rIns="91425" bIns="0" anchor="t" anchorCtr="0">
            <a:noAutofit/>
          </a:bodyPr>
          <a:lstStyle>
            <a:lvl1pPr lvl="0" algn="l">
              <a:lnSpc>
                <a:spcPct val="90000"/>
              </a:lnSpc>
              <a:spcBef>
                <a:spcPts val="0"/>
              </a:spcBef>
              <a:spcAft>
                <a:spcPts val="0"/>
              </a:spcAft>
              <a:buClr>
                <a:schemeClr val="dk2"/>
              </a:buClr>
              <a:buSzPts val="1800"/>
              <a:buNone/>
              <a:defRPr>
                <a:solidFill>
                  <a:srgbClr val="2644A7"/>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r>
              <a:rPr lang="en-US" dirty="0"/>
              <a:t>Click to edit Master title style</a:t>
            </a:r>
            <a:endParaRPr dirty="0"/>
          </a:p>
        </p:txBody>
      </p:sp>
      <p:cxnSp>
        <p:nvCxnSpPr>
          <p:cNvPr id="177" name="Google Shape;177;p41"/>
          <p:cNvCxnSpPr>
            <a:cxnSpLocks/>
          </p:cNvCxnSpPr>
          <p:nvPr/>
        </p:nvCxnSpPr>
        <p:spPr>
          <a:xfrm>
            <a:off x="0" y="1552418"/>
            <a:ext cx="970722" cy="0"/>
          </a:xfrm>
          <a:prstGeom prst="straightConnector1">
            <a:avLst/>
          </a:prstGeom>
          <a:noFill/>
          <a:ln w="76200" cap="flat" cmpd="sng">
            <a:solidFill>
              <a:schemeClr val="accent5"/>
            </a:solidFill>
            <a:prstDash val="solid"/>
            <a:miter lim="800000"/>
            <a:headEnd type="none" w="sm" len="sm"/>
            <a:tailEnd type="none" w="sm" len="sm"/>
          </a:ln>
        </p:spPr>
      </p:cxnSp>
      <p:sp>
        <p:nvSpPr>
          <p:cNvPr id="3" name="Google Shape;10;p21">
            <a:extLst>
              <a:ext uri="{FF2B5EF4-FFF2-40B4-BE49-F238E27FC236}">
                <a16:creationId xmlns:a16="http://schemas.microsoft.com/office/drawing/2014/main" id="{C87DACA3-4A62-7EF9-9155-5CC0EBE6EC54}"/>
              </a:ext>
            </a:extLst>
          </p:cNvPr>
          <p:cNvSpPr txBox="1">
            <a:spLocks noGrp="1"/>
          </p:cNvSpPr>
          <p:nvPr>
            <p:ph type="sldNum" idx="12"/>
          </p:nvPr>
        </p:nvSpPr>
        <p:spPr>
          <a:xfrm>
            <a:off x="4724400" y="6437331"/>
            <a:ext cx="2743200" cy="365125"/>
          </a:xfrm>
          <a:prstGeom prst="rect">
            <a:avLst/>
          </a:prstGeom>
          <a:noFill/>
          <a:ln>
            <a:noFill/>
          </a:ln>
        </p:spPr>
        <p:txBody>
          <a:bodyPr spcFirstLastPara="1" wrap="square" lIns="91425" tIns="45700" rIns="91425" bIns="45700" anchor="ctr" anchorCtr="0">
            <a:noAutofit/>
          </a:bodyPr>
          <a:lstStyle>
            <a:lvl1pPr marL="0" marR="0" lvl="0" indent="0" algn="ctr" rtl="0">
              <a:spcBef>
                <a:spcPts val="0"/>
              </a:spcBef>
              <a:buNone/>
              <a:defRPr sz="1200" b="0" i="0" u="none" strike="noStrike" cap="none">
                <a:solidFill>
                  <a:srgbClr val="767676"/>
                </a:solidFill>
                <a:latin typeface="Arial"/>
                <a:ea typeface="Arial"/>
                <a:cs typeface="Arial"/>
                <a:sym typeface="Arial"/>
              </a:defRPr>
            </a:lvl1pPr>
            <a:lvl2pPr marL="0" marR="0" lvl="1" indent="0" algn="l" rtl="0">
              <a:spcBef>
                <a:spcPts val="0"/>
              </a:spcBef>
              <a:buNone/>
              <a:defRPr sz="1200" b="0" i="0" u="none" strike="noStrike" cap="none">
                <a:solidFill>
                  <a:srgbClr val="767676"/>
                </a:solidFill>
                <a:latin typeface="Arial"/>
                <a:ea typeface="Arial"/>
                <a:cs typeface="Arial"/>
                <a:sym typeface="Arial"/>
              </a:defRPr>
            </a:lvl2pPr>
            <a:lvl3pPr marL="0" marR="0" lvl="2" indent="0" algn="l" rtl="0">
              <a:spcBef>
                <a:spcPts val="0"/>
              </a:spcBef>
              <a:buNone/>
              <a:defRPr sz="1200" b="0" i="0" u="none" strike="noStrike" cap="none">
                <a:solidFill>
                  <a:srgbClr val="767676"/>
                </a:solidFill>
                <a:latin typeface="Arial"/>
                <a:ea typeface="Arial"/>
                <a:cs typeface="Arial"/>
                <a:sym typeface="Arial"/>
              </a:defRPr>
            </a:lvl3pPr>
            <a:lvl4pPr marL="0" marR="0" lvl="3" indent="0" algn="l" rtl="0">
              <a:spcBef>
                <a:spcPts val="0"/>
              </a:spcBef>
              <a:buNone/>
              <a:defRPr sz="1200" b="0" i="0" u="none" strike="noStrike" cap="none">
                <a:solidFill>
                  <a:srgbClr val="767676"/>
                </a:solidFill>
                <a:latin typeface="Arial"/>
                <a:ea typeface="Arial"/>
                <a:cs typeface="Arial"/>
                <a:sym typeface="Arial"/>
              </a:defRPr>
            </a:lvl4pPr>
            <a:lvl5pPr marL="0" marR="0" lvl="4" indent="0" algn="l" rtl="0">
              <a:spcBef>
                <a:spcPts val="0"/>
              </a:spcBef>
              <a:buNone/>
              <a:defRPr sz="1200" b="0" i="0" u="none" strike="noStrike" cap="none">
                <a:solidFill>
                  <a:srgbClr val="767676"/>
                </a:solidFill>
                <a:latin typeface="Arial"/>
                <a:ea typeface="Arial"/>
                <a:cs typeface="Arial"/>
                <a:sym typeface="Arial"/>
              </a:defRPr>
            </a:lvl5pPr>
            <a:lvl6pPr marL="0" marR="0" lvl="5" indent="0" algn="l" rtl="0">
              <a:spcBef>
                <a:spcPts val="0"/>
              </a:spcBef>
              <a:buNone/>
              <a:defRPr sz="1200" b="0" i="0" u="none" strike="noStrike" cap="none">
                <a:solidFill>
                  <a:srgbClr val="767676"/>
                </a:solidFill>
                <a:latin typeface="Arial"/>
                <a:ea typeface="Arial"/>
                <a:cs typeface="Arial"/>
                <a:sym typeface="Arial"/>
              </a:defRPr>
            </a:lvl6pPr>
            <a:lvl7pPr marL="0" marR="0" lvl="6" indent="0" algn="l" rtl="0">
              <a:spcBef>
                <a:spcPts val="0"/>
              </a:spcBef>
              <a:buNone/>
              <a:defRPr sz="1200" b="0" i="0" u="none" strike="noStrike" cap="none">
                <a:solidFill>
                  <a:srgbClr val="767676"/>
                </a:solidFill>
                <a:latin typeface="Arial"/>
                <a:ea typeface="Arial"/>
                <a:cs typeface="Arial"/>
                <a:sym typeface="Arial"/>
              </a:defRPr>
            </a:lvl7pPr>
            <a:lvl8pPr marL="0" marR="0" lvl="7" indent="0" algn="l" rtl="0">
              <a:spcBef>
                <a:spcPts val="0"/>
              </a:spcBef>
              <a:buNone/>
              <a:defRPr sz="1200" b="0" i="0" u="none" strike="noStrike" cap="none">
                <a:solidFill>
                  <a:srgbClr val="767676"/>
                </a:solidFill>
                <a:latin typeface="Arial"/>
                <a:ea typeface="Arial"/>
                <a:cs typeface="Arial"/>
                <a:sym typeface="Arial"/>
              </a:defRPr>
            </a:lvl8pPr>
            <a:lvl9pPr marL="0" marR="0" lvl="8" indent="0" algn="l" rtl="0">
              <a:spcBef>
                <a:spcPts val="0"/>
              </a:spcBef>
              <a:buNone/>
              <a:defRPr sz="1200" b="0" i="0" u="none" strike="noStrike" cap="none">
                <a:solidFill>
                  <a:srgbClr val="767676"/>
                </a:solidFill>
                <a:latin typeface="Arial"/>
                <a:ea typeface="Arial"/>
                <a:cs typeface="Arial"/>
                <a:sym typeface="Arial"/>
              </a:defRPr>
            </a:lvl9pPr>
          </a:lstStyle>
          <a:p>
            <a:fld id="{00000000-1234-1234-1234-123412341234}" type="slidenum">
              <a:rPr lang="en-GB" smtClean="0"/>
              <a:pPr/>
              <a:t>‹N°›</a:t>
            </a:fld>
            <a:endParaRPr lang="en-GB"/>
          </a:p>
        </p:txBody>
      </p:sp>
      <p:pic>
        <p:nvPicPr>
          <p:cNvPr id="6" name="Picture 5">
            <a:extLst>
              <a:ext uri="{FF2B5EF4-FFF2-40B4-BE49-F238E27FC236}">
                <a16:creationId xmlns:a16="http://schemas.microsoft.com/office/drawing/2014/main" id="{B0491114-E7C3-4716-7109-6FDE72E853DE}"/>
              </a:ext>
            </a:extLst>
          </p:cNvPr>
          <p:cNvPicPr>
            <a:picLocks noChangeAspect="1"/>
          </p:cNvPicPr>
          <p:nvPr userDrawn="1"/>
        </p:nvPicPr>
        <p:blipFill>
          <a:blip r:embed="rId2"/>
          <a:srcRect/>
          <a:stretch/>
        </p:blipFill>
        <p:spPr>
          <a:xfrm>
            <a:off x="424731" y="6499013"/>
            <a:ext cx="1332000" cy="181429"/>
          </a:xfrm>
          <a:prstGeom prst="rect">
            <a:avLst/>
          </a:prstGeom>
        </p:spPr>
      </p:pic>
      <p:pic>
        <p:nvPicPr>
          <p:cNvPr id="7" name="Picture 6">
            <a:extLst>
              <a:ext uri="{FF2B5EF4-FFF2-40B4-BE49-F238E27FC236}">
                <a16:creationId xmlns:a16="http://schemas.microsoft.com/office/drawing/2014/main" id="{95C1ABAA-9559-8C24-1A56-0668CC664359}"/>
              </a:ext>
            </a:extLst>
          </p:cNvPr>
          <p:cNvPicPr>
            <a:picLocks noChangeAspect="1"/>
          </p:cNvPicPr>
          <p:nvPr userDrawn="1"/>
        </p:nvPicPr>
        <p:blipFill>
          <a:blip r:embed="rId3"/>
          <a:srcRect/>
          <a:stretch/>
        </p:blipFill>
        <p:spPr>
          <a:xfrm>
            <a:off x="10326539" y="5728720"/>
            <a:ext cx="1865461" cy="1130560"/>
          </a:xfrm>
          <a:prstGeom prst="rect">
            <a:avLst/>
          </a:prstGeom>
        </p:spPr>
      </p:pic>
      <p:sp>
        <p:nvSpPr>
          <p:cNvPr id="8" name="Content Placeholder 3">
            <a:extLst>
              <a:ext uri="{FF2B5EF4-FFF2-40B4-BE49-F238E27FC236}">
                <a16:creationId xmlns:a16="http://schemas.microsoft.com/office/drawing/2014/main" id="{EBC1E451-4262-316A-7418-6EF16E04908E}"/>
              </a:ext>
            </a:extLst>
          </p:cNvPr>
          <p:cNvSpPr>
            <a:spLocks noGrp="1"/>
          </p:cNvSpPr>
          <p:nvPr>
            <p:ph sz="half" idx="2"/>
          </p:nvPr>
        </p:nvSpPr>
        <p:spPr>
          <a:xfrm>
            <a:off x="970723" y="1910188"/>
            <a:ext cx="5327092" cy="4240591"/>
          </a:xfrm>
        </p:spPr>
        <p:txBody>
          <a:bodyPr wrap="square">
            <a:noAutofit/>
          </a:bodyPr>
          <a:lstStyle>
            <a:lvl1pPr marL="342000" indent="-342000">
              <a:lnSpc>
                <a:spcPct val="90000"/>
              </a:lnSpc>
              <a:spcAft>
                <a:spcPts val="1000"/>
              </a:spcAft>
              <a:defRPr sz="2000">
                <a:solidFill>
                  <a:srgbClr val="101010"/>
                </a:solidFill>
              </a:defRPr>
            </a:lvl1pPr>
            <a:lvl2pPr marL="684000" indent="-342000">
              <a:spcBef>
                <a:spcPts val="0"/>
              </a:spcBef>
              <a:spcAft>
                <a:spcPts val="800"/>
              </a:spcAft>
              <a:defRPr sz="1800">
                <a:solidFill>
                  <a:srgbClr val="101010"/>
                </a:solidFill>
              </a:defRPr>
            </a:lvl2pPr>
            <a:lvl3pPr marL="972000">
              <a:lnSpc>
                <a:spcPct val="90000"/>
              </a:lnSpc>
              <a:spcBef>
                <a:spcPts val="0"/>
              </a:spcBef>
              <a:spcAft>
                <a:spcPts val="1000"/>
              </a:spcAft>
              <a:defRPr sz="1600">
                <a:solidFill>
                  <a:srgbClr val="101010"/>
                </a:solidFill>
              </a:defRPr>
            </a:lvl3pPr>
            <a:lvl4pPr marL="1296000" indent="-342000">
              <a:lnSpc>
                <a:spcPct val="90000"/>
              </a:lnSpc>
              <a:spcBef>
                <a:spcPts val="0"/>
              </a:spcBef>
              <a:spcAft>
                <a:spcPts val="1000"/>
              </a:spcAft>
              <a:defRPr sz="1400">
                <a:solidFill>
                  <a:srgbClr val="101010"/>
                </a:solidFill>
              </a:defRPr>
            </a:lvl4pPr>
            <a:lvl5pPr marL="1620000" indent="-342000">
              <a:lnSpc>
                <a:spcPct val="90000"/>
              </a:lnSpc>
              <a:spcBef>
                <a:spcPts val="0"/>
              </a:spcBef>
              <a:spcAft>
                <a:spcPts val="1000"/>
              </a:spcAft>
              <a:defRPr sz="1200">
                <a:solidFill>
                  <a:srgbClr val="101010"/>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9" name="Content Placeholder 3">
            <a:extLst>
              <a:ext uri="{FF2B5EF4-FFF2-40B4-BE49-F238E27FC236}">
                <a16:creationId xmlns:a16="http://schemas.microsoft.com/office/drawing/2014/main" id="{A0B9F341-14FC-51F5-105A-E4BFB54BFEDD}"/>
              </a:ext>
            </a:extLst>
          </p:cNvPr>
          <p:cNvSpPr>
            <a:spLocks noGrp="1"/>
          </p:cNvSpPr>
          <p:nvPr>
            <p:ph sz="half" idx="16"/>
          </p:nvPr>
        </p:nvSpPr>
        <p:spPr>
          <a:xfrm>
            <a:off x="6533867" y="1910188"/>
            <a:ext cx="5327092" cy="4240591"/>
          </a:xfrm>
        </p:spPr>
        <p:txBody>
          <a:bodyPr wrap="square">
            <a:noAutofit/>
          </a:bodyPr>
          <a:lstStyle>
            <a:lvl1pPr marL="342000" indent="-342000">
              <a:lnSpc>
                <a:spcPct val="90000"/>
              </a:lnSpc>
              <a:spcAft>
                <a:spcPts val="1000"/>
              </a:spcAft>
              <a:defRPr sz="2000">
                <a:solidFill>
                  <a:srgbClr val="101010"/>
                </a:solidFill>
              </a:defRPr>
            </a:lvl1pPr>
            <a:lvl2pPr marL="684000" indent="-342000">
              <a:spcBef>
                <a:spcPts val="0"/>
              </a:spcBef>
              <a:spcAft>
                <a:spcPts val="800"/>
              </a:spcAft>
              <a:defRPr sz="1800">
                <a:solidFill>
                  <a:srgbClr val="101010"/>
                </a:solidFill>
              </a:defRPr>
            </a:lvl2pPr>
            <a:lvl3pPr marL="972000">
              <a:lnSpc>
                <a:spcPct val="90000"/>
              </a:lnSpc>
              <a:spcBef>
                <a:spcPts val="0"/>
              </a:spcBef>
              <a:spcAft>
                <a:spcPts val="1000"/>
              </a:spcAft>
              <a:defRPr sz="1600">
                <a:solidFill>
                  <a:srgbClr val="101010"/>
                </a:solidFill>
              </a:defRPr>
            </a:lvl3pPr>
            <a:lvl4pPr marL="1296000" indent="-342000">
              <a:lnSpc>
                <a:spcPct val="90000"/>
              </a:lnSpc>
              <a:spcBef>
                <a:spcPts val="0"/>
              </a:spcBef>
              <a:spcAft>
                <a:spcPts val="1000"/>
              </a:spcAft>
              <a:defRPr sz="1400">
                <a:solidFill>
                  <a:srgbClr val="101010"/>
                </a:solidFill>
              </a:defRPr>
            </a:lvl4pPr>
            <a:lvl5pPr marL="1620000" indent="-342000">
              <a:lnSpc>
                <a:spcPct val="90000"/>
              </a:lnSpc>
              <a:spcBef>
                <a:spcPts val="0"/>
              </a:spcBef>
              <a:spcAft>
                <a:spcPts val="1000"/>
              </a:spcAft>
              <a:defRPr sz="1200">
                <a:solidFill>
                  <a:srgbClr val="101010"/>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Tree>
    <p:extLst>
      <p:ext uri="{BB962C8B-B14F-4D97-AF65-F5344CB8AC3E}">
        <p14:creationId xmlns:p14="http://schemas.microsoft.com/office/powerpoint/2010/main" val="39282488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ntent and Object" preserve="1" userDrawn="1">
  <p:cSld name="Content and Object 3">
    <p:spTree>
      <p:nvGrpSpPr>
        <p:cNvPr id="1" name="Shape 172"/>
        <p:cNvGrpSpPr/>
        <p:nvPr/>
      </p:nvGrpSpPr>
      <p:grpSpPr>
        <a:xfrm>
          <a:off x="0" y="0"/>
          <a:ext cx="0" cy="0"/>
          <a:chOff x="0" y="0"/>
          <a:chExt cx="0" cy="0"/>
        </a:xfrm>
      </p:grpSpPr>
      <p:sp>
        <p:nvSpPr>
          <p:cNvPr id="174" name="Google Shape;174;p41"/>
          <p:cNvSpPr txBox="1">
            <a:spLocks noGrp="1"/>
          </p:cNvSpPr>
          <p:nvPr>
            <p:ph type="title"/>
          </p:nvPr>
        </p:nvSpPr>
        <p:spPr>
          <a:xfrm>
            <a:off x="970722" y="413590"/>
            <a:ext cx="10515600" cy="782357"/>
          </a:xfrm>
          <a:prstGeom prst="rect">
            <a:avLst/>
          </a:prstGeom>
          <a:noFill/>
          <a:ln>
            <a:noFill/>
          </a:ln>
        </p:spPr>
        <p:txBody>
          <a:bodyPr spcFirstLastPara="1" wrap="square" lIns="91425" tIns="45700" rIns="91425" bIns="0" anchor="t" anchorCtr="0">
            <a:noAutofit/>
          </a:bodyPr>
          <a:lstStyle>
            <a:lvl1pPr lvl="0" algn="l">
              <a:lnSpc>
                <a:spcPct val="90000"/>
              </a:lnSpc>
              <a:spcBef>
                <a:spcPts val="0"/>
              </a:spcBef>
              <a:spcAft>
                <a:spcPts val="0"/>
              </a:spcAft>
              <a:buClr>
                <a:schemeClr val="dk2"/>
              </a:buClr>
              <a:buSzPts val="1800"/>
              <a:buNone/>
              <a:defRPr>
                <a:solidFill>
                  <a:srgbClr val="2644A7"/>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r>
              <a:rPr lang="en-US" dirty="0"/>
              <a:t>Click to edit Master title style</a:t>
            </a:r>
            <a:endParaRPr dirty="0"/>
          </a:p>
        </p:txBody>
      </p:sp>
      <p:cxnSp>
        <p:nvCxnSpPr>
          <p:cNvPr id="177" name="Google Shape;177;p41"/>
          <p:cNvCxnSpPr>
            <a:cxnSpLocks/>
          </p:cNvCxnSpPr>
          <p:nvPr/>
        </p:nvCxnSpPr>
        <p:spPr>
          <a:xfrm>
            <a:off x="0" y="1552418"/>
            <a:ext cx="970722" cy="0"/>
          </a:xfrm>
          <a:prstGeom prst="straightConnector1">
            <a:avLst/>
          </a:prstGeom>
          <a:noFill/>
          <a:ln w="76200" cap="flat" cmpd="sng">
            <a:solidFill>
              <a:schemeClr val="accent5"/>
            </a:solidFill>
            <a:prstDash val="solid"/>
            <a:miter lim="800000"/>
            <a:headEnd type="none" w="sm" len="sm"/>
            <a:tailEnd type="none" w="sm" len="sm"/>
          </a:ln>
        </p:spPr>
      </p:cxnSp>
      <p:sp>
        <p:nvSpPr>
          <p:cNvPr id="3" name="Google Shape;10;p21">
            <a:extLst>
              <a:ext uri="{FF2B5EF4-FFF2-40B4-BE49-F238E27FC236}">
                <a16:creationId xmlns:a16="http://schemas.microsoft.com/office/drawing/2014/main" id="{C87DACA3-4A62-7EF9-9155-5CC0EBE6EC54}"/>
              </a:ext>
            </a:extLst>
          </p:cNvPr>
          <p:cNvSpPr txBox="1">
            <a:spLocks noGrp="1"/>
          </p:cNvSpPr>
          <p:nvPr>
            <p:ph type="sldNum" idx="12"/>
          </p:nvPr>
        </p:nvSpPr>
        <p:spPr>
          <a:xfrm>
            <a:off x="4724400" y="6437331"/>
            <a:ext cx="2743200" cy="365125"/>
          </a:xfrm>
          <a:prstGeom prst="rect">
            <a:avLst/>
          </a:prstGeom>
          <a:noFill/>
          <a:ln>
            <a:noFill/>
          </a:ln>
        </p:spPr>
        <p:txBody>
          <a:bodyPr spcFirstLastPara="1" wrap="square" lIns="91425" tIns="45700" rIns="91425" bIns="45700" anchor="ctr" anchorCtr="0">
            <a:noAutofit/>
          </a:bodyPr>
          <a:lstStyle>
            <a:lvl1pPr marL="0" marR="0" lvl="0" indent="0" algn="ctr" rtl="0">
              <a:spcBef>
                <a:spcPts val="0"/>
              </a:spcBef>
              <a:buNone/>
              <a:defRPr sz="1200" b="0" i="0" u="none" strike="noStrike" cap="none">
                <a:solidFill>
                  <a:srgbClr val="767676"/>
                </a:solidFill>
                <a:latin typeface="Arial"/>
                <a:ea typeface="Arial"/>
                <a:cs typeface="Arial"/>
                <a:sym typeface="Arial"/>
              </a:defRPr>
            </a:lvl1pPr>
            <a:lvl2pPr marL="0" marR="0" lvl="1" indent="0" algn="l" rtl="0">
              <a:spcBef>
                <a:spcPts val="0"/>
              </a:spcBef>
              <a:buNone/>
              <a:defRPr sz="1200" b="0" i="0" u="none" strike="noStrike" cap="none">
                <a:solidFill>
                  <a:srgbClr val="767676"/>
                </a:solidFill>
                <a:latin typeface="Arial"/>
                <a:ea typeface="Arial"/>
                <a:cs typeface="Arial"/>
                <a:sym typeface="Arial"/>
              </a:defRPr>
            </a:lvl2pPr>
            <a:lvl3pPr marL="0" marR="0" lvl="2" indent="0" algn="l" rtl="0">
              <a:spcBef>
                <a:spcPts val="0"/>
              </a:spcBef>
              <a:buNone/>
              <a:defRPr sz="1200" b="0" i="0" u="none" strike="noStrike" cap="none">
                <a:solidFill>
                  <a:srgbClr val="767676"/>
                </a:solidFill>
                <a:latin typeface="Arial"/>
                <a:ea typeface="Arial"/>
                <a:cs typeface="Arial"/>
                <a:sym typeface="Arial"/>
              </a:defRPr>
            </a:lvl3pPr>
            <a:lvl4pPr marL="0" marR="0" lvl="3" indent="0" algn="l" rtl="0">
              <a:spcBef>
                <a:spcPts val="0"/>
              </a:spcBef>
              <a:buNone/>
              <a:defRPr sz="1200" b="0" i="0" u="none" strike="noStrike" cap="none">
                <a:solidFill>
                  <a:srgbClr val="767676"/>
                </a:solidFill>
                <a:latin typeface="Arial"/>
                <a:ea typeface="Arial"/>
                <a:cs typeface="Arial"/>
                <a:sym typeface="Arial"/>
              </a:defRPr>
            </a:lvl4pPr>
            <a:lvl5pPr marL="0" marR="0" lvl="4" indent="0" algn="l" rtl="0">
              <a:spcBef>
                <a:spcPts val="0"/>
              </a:spcBef>
              <a:buNone/>
              <a:defRPr sz="1200" b="0" i="0" u="none" strike="noStrike" cap="none">
                <a:solidFill>
                  <a:srgbClr val="767676"/>
                </a:solidFill>
                <a:latin typeface="Arial"/>
                <a:ea typeface="Arial"/>
                <a:cs typeface="Arial"/>
                <a:sym typeface="Arial"/>
              </a:defRPr>
            </a:lvl5pPr>
            <a:lvl6pPr marL="0" marR="0" lvl="5" indent="0" algn="l" rtl="0">
              <a:spcBef>
                <a:spcPts val="0"/>
              </a:spcBef>
              <a:buNone/>
              <a:defRPr sz="1200" b="0" i="0" u="none" strike="noStrike" cap="none">
                <a:solidFill>
                  <a:srgbClr val="767676"/>
                </a:solidFill>
                <a:latin typeface="Arial"/>
                <a:ea typeface="Arial"/>
                <a:cs typeface="Arial"/>
                <a:sym typeface="Arial"/>
              </a:defRPr>
            </a:lvl6pPr>
            <a:lvl7pPr marL="0" marR="0" lvl="6" indent="0" algn="l" rtl="0">
              <a:spcBef>
                <a:spcPts val="0"/>
              </a:spcBef>
              <a:buNone/>
              <a:defRPr sz="1200" b="0" i="0" u="none" strike="noStrike" cap="none">
                <a:solidFill>
                  <a:srgbClr val="767676"/>
                </a:solidFill>
                <a:latin typeface="Arial"/>
                <a:ea typeface="Arial"/>
                <a:cs typeface="Arial"/>
                <a:sym typeface="Arial"/>
              </a:defRPr>
            </a:lvl7pPr>
            <a:lvl8pPr marL="0" marR="0" lvl="7" indent="0" algn="l" rtl="0">
              <a:spcBef>
                <a:spcPts val="0"/>
              </a:spcBef>
              <a:buNone/>
              <a:defRPr sz="1200" b="0" i="0" u="none" strike="noStrike" cap="none">
                <a:solidFill>
                  <a:srgbClr val="767676"/>
                </a:solidFill>
                <a:latin typeface="Arial"/>
                <a:ea typeface="Arial"/>
                <a:cs typeface="Arial"/>
                <a:sym typeface="Arial"/>
              </a:defRPr>
            </a:lvl8pPr>
            <a:lvl9pPr marL="0" marR="0" lvl="8" indent="0" algn="l" rtl="0">
              <a:spcBef>
                <a:spcPts val="0"/>
              </a:spcBef>
              <a:buNone/>
              <a:defRPr sz="1200" b="0" i="0" u="none" strike="noStrike" cap="none">
                <a:solidFill>
                  <a:srgbClr val="767676"/>
                </a:solidFill>
                <a:latin typeface="Arial"/>
                <a:ea typeface="Arial"/>
                <a:cs typeface="Arial"/>
                <a:sym typeface="Arial"/>
              </a:defRPr>
            </a:lvl9pPr>
          </a:lstStyle>
          <a:p>
            <a:fld id="{00000000-1234-1234-1234-123412341234}" type="slidenum">
              <a:rPr lang="en-GB" smtClean="0"/>
              <a:pPr/>
              <a:t>‹N°›</a:t>
            </a:fld>
            <a:endParaRPr lang="en-GB"/>
          </a:p>
        </p:txBody>
      </p:sp>
      <p:sp>
        <p:nvSpPr>
          <p:cNvPr id="4" name="Text Placeholder 2">
            <a:extLst>
              <a:ext uri="{FF2B5EF4-FFF2-40B4-BE49-F238E27FC236}">
                <a16:creationId xmlns:a16="http://schemas.microsoft.com/office/drawing/2014/main" id="{949220B6-B4CB-BA59-8F58-4304C8D422BD}"/>
              </a:ext>
            </a:extLst>
          </p:cNvPr>
          <p:cNvSpPr>
            <a:spLocks noGrp="1"/>
          </p:cNvSpPr>
          <p:nvPr>
            <p:ph type="body" idx="1"/>
          </p:nvPr>
        </p:nvSpPr>
        <p:spPr>
          <a:xfrm>
            <a:off x="970723" y="1894895"/>
            <a:ext cx="5157787" cy="823912"/>
          </a:xfrm>
        </p:spPr>
        <p:txBody>
          <a:bodyPr wrap="square" anchor="t">
            <a:noAutofit/>
          </a:bodyPr>
          <a:lstStyle>
            <a:lvl1pPr marL="0" indent="0">
              <a:buNone/>
              <a:defRPr sz="2400" b="0" baseline="0">
                <a:solidFill>
                  <a:srgbClr val="2644A7"/>
                </a:solidFill>
              </a:defRPr>
            </a:lvl1pPr>
            <a:lvl2pPr marL="338383" indent="0">
              <a:buNone/>
              <a:defRPr sz="1480" b="1"/>
            </a:lvl2pPr>
            <a:lvl3pPr marL="676765" indent="0">
              <a:buNone/>
              <a:defRPr sz="1332" b="1"/>
            </a:lvl3pPr>
            <a:lvl4pPr marL="1015148" indent="0">
              <a:buNone/>
              <a:defRPr sz="1184" b="1"/>
            </a:lvl4pPr>
            <a:lvl5pPr marL="1353530" indent="0">
              <a:buNone/>
              <a:defRPr sz="1184" b="1"/>
            </a:lvl5pPr>
            <a:lvl6pPr marL="1691913" indent="0">
              <a:buNone/>
              <a:defRPr sz="1184" b="1"/>
            </a:lvl6pPr>
            <a:lvl7pPr marL="2030295" indent="0">
              <a:buNone/>
              <a:defRPr sz="1184" b="1"/>
            </a:lvl7pPr>
            <a:lvl8pPr marL="2368678" indent="0">
              <a:buNone/>
              <a:defRPr sz="1184" b="1"/>
            </a:lvl8pPr>
            <a:lvl9pPr marL="2707061" indent="0">
              <a:buNone/>
              <a:defRPr sz="1184" b="1"/>
            </a:lvl9pPr>
          </a:lstStyle>
          <a:p>
            <a:pPr lvl="0"/>
            <a:r>
              <a:rPr lang="en-US" dirty="0"/>
              <a:t>Click to edit Master text styles</a:t>
            </a:r>
          </a:p>
        </p:txBody>
      </p:sp>
      <p:sp>
        <p:nvSpPr>
          <p:cNvPr id="6" name="Content Placeholder 3">
            <a:extLst>
              <a:ext uri="{FF2B5EF4-FFF2-40B4-BE49-F238E27FC236}">
                <a16:creationId xmlns:a16="http://schemas.microsoft.com/office/drawing/2014/main" id="{BDB0ABC1-873A-F2DD-170F-E80FE4830D28}"/>
              </a:ext>
            </a:extLst>
          </p:cNvPr>
          <p:cNvSpPr>
            <a:spLocks noGrp="1"/>
          </p:cNvSpPr>
          <p:nvPr>
            <p:ph sz="half" idx="2"/>
          </p:nvPr>
        </p:nvSpPr>
        <p:spPr>
          <a:xfrm>
            <a:off x="970723" y="2725735"/>
            <a:ext cx="5157787" cy="3384119"/>
          </a:xfrm>
        </p:spPr>
        <p:txBody>
          <a:bodyPr wrap="square">
            <a:noAutofit/>
          </a:bodyPr>
          <a:lstStyle>
            <a:lvl1pPr marL="342000" indent="-342000">
              <a:lnSpc>
                <a:spcPct val="90000"/>
              </a:lnSpc>
              <a:spcAft>
                <a:spcPts val="1000"/>
              </a:spcAft>
              <a:defRPr sz="2000">
                <a:solidFill>
                  <a:srgbClr val="101010"/>
                </a:solidFill>
              </a:defRPr>
            </a:lvl1pPr>
            <a:lvl2pPr marL="684000" indent="-342000">
              <a:spcBef>
                <a:spcPts val="0"/>
              </a:spcBef>
              <a:spcAft>
                <a:spcPts val="800"/>
              </a:spcAft>
              <a:defRPr sz="1800">
                <a:solidFill>
                  <a:srgbClr val="101010"/>
                </a:solidFill>
              </a:defRPr>
            </a:lvl2pPr>
            <a:lvl3pPr marL="972000">
              <a:lnSpc>
                <a:spcPct val="90000"/>
              </a:lnSpc>
              <a:spcBef>
                <a:spcPts val="0"/>
              </a:spcBef>
              <a:spcAft>
                <a:spcPts val="1000"/>
              </a:spcAft>
              <a:defRPr sz="1600">
                <a:solidFill>
                  <a:srgbClr val="101010"/>
                </a:solidFill>
              </a:defRPr>
            </a:lvl3pPr>
            <a:lvl4pPr marL="1296000" indent="-342000">
              <a:lnSpc>
                <a:spcPct val="90000"/>
              </a:lnSpc>
              <a:spcBef>
                <a:spcPts val="0"/>
              </a:spcBef>
              <a:spcAft>
                <a:spcPts val="1000"/>
              </a:spcAft>
              <a:defRPr sz="1400">
                <a:solidFill>
                  <a:srgbClr val="101010"/>
                </a:solidFill>
              </a:defRPr>
            </a:lvl4pPr>
            <a:lvl5pPr marL="1620000" indent="-342000">
              <a:lnSpc>
                <a:spcPct val="90000"/>
              </a:lnSpc>
              <a:spcBef>
                <a:spcPts val="0"/>
              </a:spcBef>
              <a:spcAft>
                <a:spcPts val="1000"/>
              </a:spcAft>
              <a:defRPr sz="1200">
                <a:solidFill>
                  <a:srgbClr val="101010"/>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7" name="Text Placeholder 4">
            <a:extLst>
              <a:ext uri="{FF2B5EF4-FFF2-40B4-BE49-F238E27FC236}">
                <a16:creationId xmlns:a16="http://schemas.microsoft.com/office/drawing/2014/main" id="{0057B6DC-82B6-DC47-2B36-FBA16BFA54D7}"/>
              </a:ext>
            </a:extLst>
          </p:cNvPr>
          <p:cNvSpPr>
            <a:spLocks noGrp="1"/>
          </p:cNvSpPr>
          <p:nvPr>
            <p:ph type="body" sz="quarter" idx="3"/>
          </p:nvPr>
        </p:nvSpPr>
        <p:spPr>
          <a:xfrm>
            <a:off x="6303134" y="1894895"/>
            <a:ext cx="5183188" cy="823912"/>
          </a:xfrm>
          <a:noFill/>
        </p:spPr>
        <p:txBody>
          <a:bodyPr wrap="square" anchor="t">
            <a:noAutofit/>
          </a:bodyPr>
          <a:lstStyle>
            <a:lvl1pPr marL="0" indent="0">
              <a:buNone/>
              <a:defRPr sz="2400" b="0">
                <a:solidFill>
                  <a:srgbClr val="2644A7"/>
                </a:solidFill>
              </a:defRPr>
            </a:lvl1pPr>
            <a:lvl2pPr marL="338383" indent="0">
              <a:buNone/>
              <a:defRPr sz="1480" b="1"/>
            </a:lvl2pPr>
            <a:lvl3pPr marL="676765" indent="0">
              <a:buNone/>
              <a:defRPr sz="1332" b="1"/>
            </a:lvl3pPr>
            <a:lvl4pPr marL="1015148" indent="0">
              <a:buNone/>
              <a:defRPr sz="1184" b="1"/>
            </a:lvl4pPr>
            <a:lvl5pPr marL="1353530" indent="0">
              <a:buNone/>
              <a:defRPr sz="1184" b="1"/>
            </a:lvl5pPr>
            <a:lvl6pPr marL="1691913" indent="0">
              <a:buNone/>
              <a:defRPr sz="1184" b="1"/>
            </a:lvl6pPr>
            <a:lvl7pPr marL="2030295" indent="0">
              <a:buNone/>
              <a:defRPr sz="1184" b="1"/>
            </a:lvl7pPr>
            <a:lvl8pPr marL="2368678" indent="0">
              <a:buNone/>
              <a:defRPr sz="1184" b="1"/>
            </a:lvl8pPr>
            <a:lvl9pPr marL="2707061" indent="0">
              <a:buNone/>
              <a:defRPr sz="1184" b="1"/>
            </a:lvl9pPr>
          </a:lstStyle>
          <a:p>
            <a:pPr lvl="0"/>
            <a:r>
              <a:rPr lang="en-US" dirty="0"/>
              <a:t>Click to edit Master text styles</a:t>
            </a:r>
          </a:p>
        </p:txBody>
      </p:sp>
      <p:pic>
        <p:nvPicPr>
          <p:cNvPr id="9" name="Picture 8">
            <a:extLst>
              <a:ext uri="{FF2B5EF4-FFF2-40B4-BE49-F238E27FC236}">
                <a16:creationId xmlns:a16="http://schemas.microsoft.com/office/drawing/2014/main" id="{6495916A-C750-070D-C528-9F655246DF58}"/>
              </a:ext>
            </a:extLst>
          </p:cNvPr>
          <p:cNvPicPr>
            <a:picLocks noChangeAspect="1"/>
          </p:cNvPicPr>
          <p:nvPr userDrawn="1"/>
        </p:nvPicPr>
        <p:blipFill>
          <a:blip r:embed="rId2"/>
          <a:srcRect/>
          <a:stretch/>
        </p:blipFill>
        <p:spPr>
          <a:xfrm>
            <a:off x="424731" y="6499013"/>
            <a:ext cx="1332000" cy="181429"/>
          </a:xfrm>
          <a:prstGeom prst="rect">
            <a:avLst/>
          </a:prstGeom>
        </p:spPr>
      </p:pic>
      <p:pic>
        <p:nvPicPr>
          <p:cNvPr id="10" name="Picture 9">
            <a:extLst>
              <a:ext uri="{FF2B5EF4-FFF2-40B4-BE49-F238E27FC236}">
                <a16:creationId xmlns:a16="http://schemas.microsoft.com/office/drawing/2014/main" id="{457D36BD-C483-ED07-0866-A0A591A01707}"/>
              </a:ext>
            </a:extLst>
          </p:cNvPr>
          <p:cNvPicPr>
            <a:picLocks noChangeAspect="1"/>
          </p:cNvPicPr>
          <p:nvPr userDrawn="1"/>
        </p:nvPicPr>
        <p:blipFill>
          <a:blip r:embed="rId3"/>
          <a:srcRect/>
          <a:stretch/>
        </p:blipFill>
        <p:spPr>
          <a:xfrm>
            <a:off x="10326539" y="5728720"/>
            <a:ext cx="1865461" cy="1130560"/>
          </a:xfrm>
          <a:prstGeom prst="rect">
            <a:avLst/>
          </a:prstGeom>
        </p:spPr>
      </p:pic>
      <p:sp>
        <p:nvSpPr>
          <p:cNvPr id="2" name="Content Placeholder 3">
            <a:extLst>
              <a:ext uri="{FF2B5EF4-FFF2-40B4-BE49-F238E27FC236}">
                <a16:creationId xmlns:a16="http://schemas.microsoft.com/office/drawing/2014/main" id="{A623D267-A36F-1DAC-4912-F35877117825}"/>
              </a:ext>
            </a:extLst>
          </p:cNvPr>
          <p:cNvSpPr>
            <a:spLocks noGrp="1"/>
          </p:cNvSpPr>
          <p:nvPr>
            <p:ph sz="half" idx="13"/>
          </p:nvPr>
        </p:nvSpPr>
        <p:spPr>
          <a:xfrm>
            <a:off x="6309559" y="2725735"/>
            <a:ext cx="5183188" cy="3384119"/>
          </a:xfrm>
        </p:spPr>
        <p:txBody>
          <a:bodyPr wrap="square">
            <a:noAutofit/>
          </a:bodyPr>
          <a:lstStyle>
            <a:lvl1pPr marL="342000" indent="-342000">
              <a:lnSpc>
                <a:spcPct val="90000"/>
              </a:lnSpc>
              <a:spcAft>
                <a:spcPts val="1000"/>
              </a:spcAft>
              <a:defRPr sz="2000">
                <a:solidFill>
                  <a:srgbClr val="101010"/>
                </a:solidFill>
              </a:defRPr>
            </a:lvl1pPr>
            <a:lvl2pPr marL="684000" indent="-342000">
              <a:spcBef>
                <a:spcPts val="0"/>
              </a:spcBef>
              <a:spcAft>
                <a:spcPts val="800"/>
              </a:spcAft>
              <a:defRPr sz="1800">
                <a:solidFill>
                  <a:srgbClr val="101010"/>
                </a:solidFill>
              </a:defRPr>
            </a:lvl2pPr>
            <a:lvl3pPr marL="972000">
              <a:lnSpc>
                <a:spcPct val="90000"/>
              </a:lnSpc>
              <a:spcBef>
                <a:spcPts val="0"/>
              </a:spcBef>
              <a:spcAft>
                <a:spcPts val="1000"/>
              </a:spcAft>
              <a:defRPr sz="1600">
                <a:solidFill>
                  <a:srgbClr val="101010"/>
                </a:solidFill>
              </a:defRPr>
            </a:lvl3pPr>
            <a:lvl4pPr marL="1296000" indent="-342000">
              <a:lnSpc>
                <a:spcPct val="90000"/>
              </a:lnSpc>
              <a:spcBef>
                <a:spcPts val="0"/>
              </a:spcBef>
              <a:spcAft>
                <a:spcPts val="1000"/>
              </a:spcAft>
              <a:defRPr sz="1400">
                <a:solidFill>
                  <a:srgbClr val="101010"/>
                </a:solidFill>
              </a:defRPr>
            </a:lvl4pPr>
            <a:lvl5pPr marL="1620000" indent="-342000">
              <a:lnSpc>
                <a:spcPct val="90000"/>
              </a:lnSpc>
              <a:spcBef>
                <a:spcPts val="0"/>
              </a:spcBef>
              <a:spcAft>
                <a:spcPts val="1000"/>
              </a:spcAft>
              <a:defRPr sz="1200">
                <a:solidFill>
                  <a:srgbClr val="101010"/>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Tree>
    <p:extLst>
      <p:ext uri="{BB962C8B-B14F-4D97-AF65-F5344CB8AC3E}">
        <p14:creationId xmlns:p14="http://schemas.microsoft.com/office/powerpoint/2010/main" val="31473445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Last slide (option 1)" preserve="1" userDrawn="1">
  <p:cSld name="Last slide (option 1)">
    <p:spTree>
      <p:nvGrpSpPr>
        <p:cNvPr id="1" name="Shape 140"/>
        <p:cNvGrpSpPr/>
        <p:nvPr/>
      </p:nvGrpSpPr>
      <p:grpSpPr>
        <a:xfrm>
          <a:off x="0" y="0"/>
          <a:ext cx="0" cy="0"/>
          <a:chOff x="0" y="0"/>
          <a:chExt cx="0" cy="0"/>
        </a:xfrm>
      </p:grpSpPr>
      <p:sp>
        <p:nvSpPr>
          <p:cNvPr id="3" name="Google Shape;141;p37">
            <a:extLst>
              <a:ext uri="{FF2B5EF4-FFF2-40B4-BE49-F238E27FC236}">
                <a16:creationId xmlns:a16="http://schemas.microsoft.com/office/drawing/2014/main" id="{ACED6512-1BD5-58D6-D635-D62C0A34BF8C}"/>
              </a:ext>
            </a:extLst>
          </p:cNvPr>
          <p:cNvSpPr>
            <a:spLocks/>
          </p:cNvSpPr>
          <p:nvPr userDrawn="1"/>
        </p:nvSpPr>
        <p:spPr>
          <a:xfrm>
            <a:off x="0" y="3328560"/>
            <a:ext cx="12192000" cy="2913720"/>
          </a:xfrm>
          <a:prstGeom prst="rect">
            <a:avLst/>
          </a:prstGeom>
          <a:solidFill>
            <a:srgbClr val="2644A7"/>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dirty="0">
              <a:solidFill>
                <a:schemeClr val="lt1"/>
              </a:solidFill>
              <a:latin typeface="Arial"/>
              <a:ea typeface="Arial"/>
              <a:cs typeface="Arial"/>
              <a:sym typeface="Arial"/>
            </a:endParaRPr>
          </a:p>
        </p:txBody>
      </p:sp>
      <p:sp>
        <p:nvSpPr>
          <p:cNvPr id="144" name="Google Shape;144;p37"/>
          <p:cNvSpPr txBox="1">
            <a:spLocks noGrp="1"/>
          </p:cNvSpPr>
          <p:nvPr>
            <p:ph type="body" idx="1"/>
          </p:nvPr>
        </p:nvSpPr>
        <p:spPr>
          <a:xfrm>
            <a:off x="970723" y="3777422"/>
            <a:ext cx="6865686" cy="2174332"/>
          </a:xfrm>
          <a:prstGeom prst="rect">
            <a:avLst/>
          </a:prstGeom>
          <a:noFill/>
          <a:ln>
            <a:noFill/>
          </a:ln>
        </p:spPr>
        <p:txBody>
          <a:bodyPr spcFirstLastPara="1" wrap="square" lIns="91425" tIns="45700" rIns="91425" bIns="45700" anchor="t" anchorCtr="0">
            <a:noAutofit/>
          </a:bodyPr>
          <a:lstStyle>
            <a:lvl1pPr marL="0" lvl="0" indent="0" algn="l">
              <a:lnSpc>
                <a:spcPct val="100000"/>
              </a:lnSpc>
              <a:spcBef>
                <a:spcPts val="0"/>
              </a:spcBef>
              <a:spcAft>
                <a:spcPts val="0"/>
              </a:spcAft>
              <a:buSzPts val="1400"/>
              <a:buFont typeface="Arial"/>
              <a:buNone/>
              <a:defRPr sz="2400">
                <a:solidFill>
                  <a:srgbClr val="F4F4F4"/>
                </a:solidFill>
              </a:defRPr>
            </a:lvl1pPr>
            <a:lvl2pPr marL="914400" lvl="1" indent="-228600" algn="l">
              <a:lnSpc>
                <a:spcPct val="100000"/>
              </a:lnSpc>
              <a:spcBef>
                <a:spcPts val="1800"/>
              </a:spcBef>
              <a:spcAft>
                <a:spcPts val="0"/>
              </a:spcAft>
              <a:buSzPts val="2000"/>
              <a:buNone/>
              <a:defRPr/>
            </a:lvl2pPr>
            <a:lvl3pPr marL="1371600" lvl="2" indent="-342900" algn="l">
              <a:lnSpc>
                <a:spcPct val="100000"/>
              </a:lnSpc>
              <a:spcBef>
                <a:spcPts val="1800"/>
              </a:spcBef>
              <a:spcAft>
                <a:spcPts val="0"/>
              </a:spcAft>
              <a:buSzPts val="1800"/>
              <a:buChar char="•"/>
              <a:defRPr/>
            </a:lvl3pPr>
            <a:lvl4pPr marL="1828800" lvl="3" indent="-342900" algn="l">
              <a:lnSpc>
                <a:spcPct val="100000"/>
              </a:lnSpc>
              <a:spcBef>
                <a:spcPts val="1800"/>
              </a:spcBef>
              <a:spcAft>
                <a:spcPts val="0"/>
              </a:spcAft>
              <a:buSzPts val="1800"/>
              <a:buChar char="•"/>
              <a:defRPr/>
            </a:lvl4pPr>
            <a:lvl5pPr marL="2286000" lvl="4" indent="-342900" algn="l">
              <a:lnSpc>
                <a:spcPct val="100000"/>
              </a:lnSpc>
              <a:spcBef>
                <a:spcPts val="1800"/>
              </a:spcBef>
              <a:spcAft>
                <a:spcPts val="0"/>
              </a:spcAft>
              <a:buSzPts val="1800"/>
              <a:buChar char="•"/>
              <a:defRPr/>
            </a:lvl5pPr>
            <a:lvl6pPr marL="2743200" lvl="5" indent="-342900" algn="l">
              <a:lnSpc>
                <a:spcPct val="90000"/>
              </a:lnSpc>
              <a:spcBef>
                <a:spcPts val="18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pPr lvl="0"/>
            <a:r>
              <a:rPr lang="en-US" dirty="0"/>
              <a:t>Click to edit Master text styles</a:t>
            </a:r>
          </a:p>
        </p:txBody>
      </p:sp>
      <p:pic>
        <p:nvPicPr>
          <p:cNvPr id="5" name="Picture 4">
            <a:extLst>
              <a:ext uri="{FF2B5EF4-FFF2-40B4-BE49-F238E27FC236}">
                <a16:creationId xmlns:a16="http://schemas.microsoft.com/office/drawing/2014/main" id="{3488A19F-A201-3EB2-A71E-1E51EF3E1B23}"/>
              </a:ext>
            </a:extLst>
          </p:cNvPr>
          <p:cNvPicPr>
            <a:picLocks noChangeAspect="1"/>
          </p:cNvPicPr>
          <p:nvPr userDrawn="1"/>
        </p:nvPicPr>
        <p:blipFill>
          <a:blip r:embed="rId2"/>
          <a:srcRect/>
          <a:stretch/>
        </p:blipFill>
        <p:spPr>
          <a:xfrm>
            <a:off x="8107569" y="3538903"/>
            <a:ext cx="2931525" cy="2412704"/>
          </a:xfrm>
          <a:prstGeom prst="rect">
            <a:avLst/>
          </a:prstGeom>
        </p:spPr>
      </p:pic>
      <p:sp>
        <p:nvSpPr>
          <p:cNvPr id="7" name="Title Placeholder 1">
            <a:extLst>
              <a:ext uri="{FF2B5EF4-FFF2-40B4-BE49-F238E27FC236}">
                <a16:creationId xmlns:a16="http://schemas.microsoft.com/office/drawing/2014/main" id="{9CD49B01-566F-CA34-C636-83E50BFD40E0}"/>
              </a:ext>
            </a:extLst>
          </p:cNvPr>
          <p:cNvSpPr>
            <a:spLocks noGrp="1"/>
          </p:cNvSpPr>
          <p:nvPr>
            <p:ph type="title"/>
          </p:nvPr>
        </p:nvSpPr>
        <p:spPr>
          <a:xfrm>
            <a:off x="970722" y="414281"/>
            <a:ext cx="10515600" cy="2937139"/>
          </a:xfrm>
          <a:prstGeom prst="rect">
            <a:avLst/>
          </a:prstGeom>
        </p:spPr>
        <p:txBody>
          <a:bodyPr vert="horz" lIns="91440" tIns="45720" rIns="91440" bIns="0" rtlCol="0" anchor="ctr" anchorCtr="0">
            <a:noAutofit/>
          </a:bodyPr>
          <a:lstStyle>
            <a:lvl1pPr algn="ctr">
              <a:defRPr sz="4800">
                <a:solidFill>
                  <a:srgbClr val="101010"/>
                </a:solidFill>
              </a:defRPr>
            </a:lvl1pPr>
          </a:lstStyle>
          <a:p>
            <a:r>
              <a:rPr lang="en-US" dirty="0"/>
              <a:t>Click to edit Master title style</a:t>
            </a:r>
            <a:endParaRPr lang="en-GB" dirty="0"/>
          </a:p>
        </p:txBody>
      </p:sp>
      <p:sp>
        <p:nvSpPr>
          <p:cNvPr id="8" name="Google Shape;10;p21">
            <a:extLst>
              <a:ext uri="{FF2B5EF4-FFF2-40B4-BE49-F238E27FC236}">
                <a16:creationId xmlns:a16="http://schemas.microsoft.com/office/drawing/2014/main" id="{C209E83E-F338-C8C6-D016-6C5FE194EA8B}"/>
              </a:ext>
            </a:extLst>
          </p:cNvPr>
          <p:cNvSpPr txBox="1">
            <a:spLocks noGrp="1"/>
          </p:cNvSpPr>
          <p:nvPr>
            <p:ph type="sldNum" idx="12"/>
          </p:nvPr>
        </p:nvSpPr>
        <p:spPr>
          <a:xfrm>
            <a:off x="4724400" y="6437331"/>
            <a:ext cx="2743200" cy="365125"/>
          </a:xfrm>
          <a:prstGeom prst="rect">
            <a:avLst/>
          </a:prstGeom>
          <a:noFill/>
          <a:ln>
            <a:noFill/>
          </a:ln>
        </p:spPr>
        <p:txBody>
          <a:bodyPr spcFirstLastPara="1" wrap="square" lIns="91425" tIns="45700" rIns="91425" bIns="45700" anchor="ctr" anchorCtr="0">
            <a:noAutofit/>
          </a:bodyPr>
          <a:lstStyle>
            <a:lvl1pPr marL="0" marR="0" lvl="0" indent="0" algn="ctr" rtl="0">
              <a:spcBef>
                <a:spcPts val="0"/>
              </a:spcBef>
              <a:buNone/>
              <a:defRPr sz="1200" b="0" i="0" u="none" strike="noStrike" cap="none">
                <a:solidFill>
                  <a:srgbClr val="767676"/>
                </a:solidFill>
                <a:latin typeface="Arial"/>
                <a:ea typeface="Arial"/>
                <a:cs typeface="Arial"/>
                <a:sym typeface="Arial"/>
              </a:defRPr>
            </a:lvl1pPr>
            <a:lvl2pPr marL="0" marR="0" lvl="1" indent="0" algn="l" rtl="0">
              <a:spcBef>
                <a:spcPts val="0"/>
              </a:spcBef>
              <a:buNone/>
              <a:defRPr sz="1200" b="0" i="0" u="none" strike="noStrike" cap="none">
                <a:solidFill>
                  <a:srgbClr val="767676"/>
                </a:solidFill>
                <a:latin typeface="Arial"/>
                <a:ea typeface="Arial"/>
                <a:cs typeface="Arial"/>
                <a:sym typeface="Arial"/>
              </a:defRPr>
            </a:lvl2pPr>
            <a:lvl3pPr marL="0" marR="0" lvl="2" indent="0" algn="l" rtl="0">
              <a:spcBef>
                <a:spcPts val="0"/>
              </a:spcBef>
              <a:buNone/>
              <a:defRPr sz="1200" b="0" i="0" u="none" strike="noStrike" cap="none">
                <a:solidFill>
                  <a:srgbClr val="767676"/>
                </a:solidFill>
                <a:latin typeface="Arial"/>
                <a:ea typeface="Arial"/>
                <a:cs typeface="Arial"/>
                <a:sym typeface="Arial"/>
              </a:defRPr>
            </a:lvl3pPr>
            <a:lvl4pPr marL="0" marR="0" lvl="3" indent="0" algn="l" rtl="0">
              <a:spcBef>
                <a:spcPts val="0"/>
              </a:spcBef>
              <a:buNone/>
              <a:defRPr sz="1200" b="0" i="0" u="none" strike="noStrike" cap="none">
                <a:solidFill>
                  <a:srgbClr val="767676"/>
                </a:solidFill>
                <a:latin typeface="Arial"/>
                <a:ea typeface="Arial"/>
                <a:cs typeface="Arial"/>
                <a:sym typeface="Arial"/>
              </a:defRPr>
            </a:lvl4pPr>
            <a:lvl5pPr marL="0" marR="0" lvl="4" indent="0" algn="l" rtl="0">
              <a:spcBef>
                <a:spcPts val="0"/>
              </a:spcBef>
              <a:buNone/>
              <a:defRPr sz="1200" b="0" i="0" u="none" strike="noStrike" cap="none">
                <a:solidFill>
                  <a:srgbClr val="767676"/>
                </a:solidFill>
                <a:latin typeface="Arial"/>
                <a:ea typeface="Arial"/>
                <a:cs typeface="Arial"/>
                <a:sym typeface="Arial"/>
              </a:defRPr>
            </a:lvl5pPr>
            <a:lvl6pPr marL="0" marR="0" lvl="5" indent="0" algn="l" rtl="0">
              <a:spcBef>
                <a:spcPts val="0"/>
              </a:spcBef>
              <a:buNone/>
              <a:defRPr sz="1200" b="0" i="0" u="none" strike="noStrike" cap="none">
                <a:solidFill>
                  <a:srgbClr val="767676"/>
                </a:solidFill>
                <a:latin typeface="Arial"/>
                <a:ea typeface="Arial"/>
                <a:cs typeface="Arial"/>
                <a:sym typeface="Arial"/>
              </a:defRPr>
            </a:lvl6pPr>
            <a:lvl7pPr marL="0" marR="0" lvl="6" indent="0" algn="l" rtl="0">
              <a:spcBef>
                <a:spcPts val="0"/>
              </a:spcBef>
              <a:buNone/>
              <a:defRPr sz="1200" b="0" i="0" u="none" strike="noStrike" cap="none">
                <a:solidFill>
                  <a:srgbClr val="767676"/>
                </a:solidFill>
                <a:latin typeface="Arial"/>
                <a:ea typeface="Arial"/>
                <a:cs typeface="Arial"/>
                <a:sym typeface="Arial"/>
              </a:defRPr>
            </a:lvl7pPr>
            <a:lvl8pPr marL="0" marR="0" lvl="7" indent="0" algn="l" rtl="0">
              <a:spcBef>
                <a:spcPts val="0"/>
              </a:spcBef>
              <a:buNone/>
              <a:defRPr sz="1200" b="0" i="0" u="none" strike="noStrike" cap="none">
                <a:solidFill>
                  <a:srgbClr val="767676"/>
                </a:solidFill>
                <a:latin typeface="Arial"/>
                <a:ea typeface="Arial"/>
                <a:cs typeface="Arial"/>
                <a:sym typeface="Arial"/>
              </a:defRPr>
            </a:lvl8pPr>
            <a:lvl9pPr marL="0" marR="0" lvl="8" indent="0" algn="l" rtl="0">
              <a:spcBef>
                <a:spcPts val="0"/>
              </a:spcBef>
              <a:buNone/>
              <a:defRPr sz="1200" b="0" i="0" u="none" strike="noStrike" cap="none">
                <a:solidFill>
                  <a:srgbClr val="767676"/>
                </a:solidFill>
                <a:latin typeface="Arial"/>
                <a:ea typeface="Arial"/>
                <a:cs typeface="Arial"/>
                <a:sym typeface="Arial"/>
              </a:defRPr>
            </a:lvl9pPr>
          </a:lstStyle>
          <a:p>
            <a:fld id="{00000000-1234-1234-1234-123412341234}" type="slidenum">
              <a:rPr lang="en-GB" smtClean="0"/>
              <a:pPr/>
              <a:t>‹N°›</a:t>
            </a:fld>
            <a:endParaRPr lang="en-GB"/>
          </a:p>
        </p:txBody>
      </p:sp>
      <p:pic>
        <p:nvPicPr>
          <p:cNvPr id="2" name="Picture 1">
            <a:extLst>
              <a:ext uri="{FF2B5EF4-FFF2-40B4-BE49-F238E27FC236}">
                <a16:creationId xmlns:a16="http://schemas.microsoft.com/office/drawing/2014/main" id="{736B8EBF-8A1C-818A-CBBC-1DC51D94C547}"/>
              </a:ext>
            </a:extLst>
          </p:cNvPr>
          <p:cNvPicPr>
            <a:picLocks noChangeAspect="1"/>
          </p:cNvPicPr>
          <p:nvPr userDrawn="1"/>
        </p:nvPicPr>
        <p:blipFill>
          <a:blip r:embed="rId3"/>
          <a:srcRect/>
          <a:stretch/>
        </p:blipFill>
        <p:spPr>
          <a:xfrm>
            <a:off x="10326539" y="5728720"/>
            <a:ext cx="1865461" cy="1130560"/>
          </a:xfrm>
          <a:prstGeom prst="rect">
            <a:avLst/>
          </a:prstGeom>
        </p:spPr>
      </p:pic>
      <p:pic>
        <p:nvPicPr>
          <p:cNvPr id="10" name="Picture 9">
            <a:extLst>
              <a:ext uri="{FF2B5EF4-FFF2-40B4-BE49-F238E27FC236}">
                <a16:creationId xmlns:a16="http://schemas.microsoft.com/office/drawing/2014/main" id="{A8541C9F-06FD-4BC7-C438-D852985D159B}"/>
              </a:ext>
            </a:extLst>
          </p:cNvPr>
          <p:cNvPicPr>
            <a:picLocks noChangeAspect="1"/>
          </p:cNvPicPr>
          <p:nvPr userDrawn="1"/>
        </p:nvPicPr>
        <p:blipFill>
          <a:blip r:embed="rId4"/>
          <a:srcRect/>
          <a:stretch/>
        </p:blipFill>
        <p:spPr>
          <a:xfrm>
            <a:off x="424731" y="6499013"/>
            <a:ext cx="1332000" cy="181429"/>
          </a:xfrm>
          <a:prstGeom prst="rect">
            <a:avLst/>
          </a:prstGeom>
        </p:spPr>
      </p:pic>
    </p:spTree>
    <p:extLst>
      <p:ext uri="{BB962C8B-B14F-4D97-AF65-F5344CB8AC3E}">
        <p14:creationId xmlns:p14="http://schemas.microsoft.com/office/powerpoint/2010/main" val="72714988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2251AD-7D8C-4C3B-824E-50C748295095}"/>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AA7E113E-768B-4593-A9C7-A1E1DD1DFA0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B2AEEB7-BB24-4732-8514-B34F83480A79}"/>
              </a:ext>
            </a:extLst>
          </p:cNvPr>
          <p:cNvSpPr>
            <a:spLocks noGrp="1"/>
          </p:cNvSpPr>
          <p:nvPr>
            <p:ph type="dt" sz="half" idx="10"/>
          </p:nvPr>
        </p:nvSpPr>
        <p:spPr/>
        <p:txBody>
          <a:bodyPr/>
          <a:lstStyle/>
          <a:p>
            <a:endParaRPr lang="en-GB"/>
          </a:p>
        </p:txBody>
      </p:sp>
      <p:sp>
        <p:nvSpPr>
          <p:cNvPr id="5" name="Footer Placeholder 4">
            <a:extLst>
              <a:ext uri="{FF2B5EF4-FFF2-40B4-BE49-F238E27FC236}">
                <a16:creationId xmlns:a16="http://schemas.microsoft.com/office/drawing/2014/main" id="{4F1283D4-3C75-4639-AF68-1347ECEE9A39}"/>
              </a:ext>
            </a:extLst>
          </p:cNvPr>
          <p:cNvSpPr>
            <a:spLocks noGrp="1"/>
          </p:cNvSpPr>
          <p:nvPr>
            <p:ph type="ftr" sz="quarter" idx="11"/>
          </p:nvPr>
        </p:nvSpPr>
        <p:spPr/>
        <p:txBody>
          <a:bodyPr/>
          <a:lstStyle/>
          <a:p>
            <a:r>
              <a:rPr lang="en-GB"/>
              <a:t>Time Series</a:t>
            </a:r>
          </a:p>
        </p:txBody>
      </p:sp>
      <p:sp>
        <p:nvSpPr>
          <p:cNvPr id="6" name="Slide Number Placeholder 5">
            <a:extLst>
              <a:ext uri="{FF2B5EF4-FFF2-40B4-BE49-F238E27FC236}">
                <a16:creationId xmlns:a16="http://schemas.microsoft.com/office/drawing/2014/main" id="{242BF48D-2583-437B-8CFA-DD8EE0B2AAC0}"/>
              </a:ext>
            </a:extLst>
          </p:cNvPr>
          <p:cNvSpPr>
            <a:spLocks noGrp="1"/>
          </p:cNvSpPr>
          <p:nvPr>
            <p:ph type="sldNum" sz="quarter" idx="12"/>
          </p:nvPr>
        </p:nvSpPr>
        <p:spPr/>
        <p:txBody>
          <a:bodyPr/>
          <a:lstStyle/>
          <a:p>
            <a:fld id="{71CC62B1-FA1F-4849-B719-012F8D8A46B3}" type="slidenum">
              <a:rPr lang="en-GB" smtClean="0"/>
              <a:t>‹N°›</a:t>
            </a:fld>
            <a:endParaRPr lang="en-GB"/>
          </a:p>
        </p:txBody>
      </p:sp>
    </p:spTree>
    <p:extLst>
      <p:ext uri="{BB962C8B-B14F-4D97-AF65-F5344CB8AC3E}">
        <p14:creationId xmlns:p14="http://schemas.microsoft.com/office/powerpoint/2010/main" val="4262996131"/>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1" name="Google Shape;11;p21"/>
          <p:cNvSpPr txBox="1">
            <a:spLocks noGrp="1"/>
          </p:cNvSpPr>
          <p:nvPr>
            <p:ph type="title"/>
          </p:nvPr>
        </p:nvSpPr>
        <p:spPr>
          <a:xfrm>
            <a:off x="838200" y="763064"/>
            <a:ext cx="10515600" cy="782357"/>
          </a:xfrm>
          <a:prstGeom prst="rect">
            <a:avLst/>
          </a:prstGeom>
          <a:noFill/>
          <a:ln>
            <a:noFill/>
          </a:ln>
        </p:spPr>
        <p:txBody>
          <a:bodyPr spcFirstLastPara="1" wrap="square" lIns="91425" tIns="45700" rIns="91425" bIns="0" anchor="b" anchorCtr="0">
            <a:noAutofit/>
          </a:bodyPr>
          <a:lstStyle>
            <a:lvl1pPr marR="0" lvl="0" algn="l" rtl="0">
              <a:lnSpc>
                <a:spcPct val="90000"/>
              </a:lnSpc>
              <a:spcBef>
                <a:spcPts val="0"/>
              </a:spcBef>
              <a:spcAft>
                <a:spcPts val="0"/>
              </a:spcAft>
              <a:buClr>
                <a:schemeClr val="dk2"/>
              </a:buClr>
              <a:buSzPts val="4000"/>
              <a:buFont typeface="Arial"/>
              <a:buNone/>
              <a:defRPr sz="4000" b="0" i="0" u="none" strike="noStrike" cap="none">
                <a:solidFill>
                  <a:schemeClr val="dk2"/>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dirty="0"/>
          </a:p>
        </p:txBody>
      </p:sp>
      <p:sp>
        <p:nvSpPr>
          <p:cNvPr id="12" name="Google Shape;12;p21"/>
          <p:cNvSpPr txBox="1">
            <a:spLocks noGrp="1"/>
          </p:cNvSpPr>
          <p:nvPr>
            <p:ph type="body" idx="1"/>
          </p:nvPr>
        </p:nvSpPr>
        <p:spPr>
          <a:xfrm>
            <a:off x="838200" y="1825625"/>
            <a:ext cx="10515600" cy="3881904"/>
          </a:xfrm>
          <a:prstGeom prst="rect">
            <a:avLst/>
          </a:prstGeom>
          <a:noFill/>
          <a:ln>
            <a:noFill/>
          </a:ln>
        </p:spPr>
        <p:txBody>
          <a:bodyPr spcFirstLastPara="1" wrap="square" lIns="91425" tIns="45700" rIns="91425" bIns="45700" anchor="t" anchorCtr="0">
            <a:noAutofit/>
          </a:bodyPr>
          <a:lstStyle>
            <a:lvl1pPr marL="457200" marR="0" lvl="0" indent="-381000" algn="l" rtl="0">
              <a:lnSpc>
                <a:spcPct val="100000"/>
              </a:lnSpc>
              <a:spcBef>
                <a:spcPts val="0"/>
              </a:spcBef>
              <a:spcAft>
                <a:spcPts val="0"/>
              </a:spcAft>
              <a:buClr>
                <a:schemeClr val="dk2"/>
              </a:buClr>
              <a:buSzPts val="2400"/>
              <a:buFont typeface="Arial"/>
              <a:buChar char="•"/>
              <a:defRPr sz="2400" b="0" i="0" u="none" strike="noStrike" cap="none">
                <a:solidFill>
                  <a:schemeClr val="dk1"/>
                </a:solidFill>
                <a:latin typeface="Arial"/>
                <a:ea typeface="Arial"/>
                <a:cs typeface="Arial"/>
                <a:sym typeface="Arial"/>
              </a:defRPr>
            </a:lvl1pPr>
            <a:lvl2pPr marL="914400" marR="0" lvl="1" indent="-355600" algn="l" rtl="0">
              <a:lnSpc>
                <a:spcPct val="100000"/>
              </a:lnSpc>
              <a:spcBef>
                <a:spcPts val="1800"/>
              </a:spcBef>
              <a:spcAft>
                <a:spcPts val="0"/>
              </a:spcAft>
              <a:buClr>
                <a:schemeClr val="dk2"/>
              </a:buClr>
              <a:buSzPts val="2000"/>
              <a:buFont typeface="Arial"/>
              <a:buChar char="•"/>
              <a:defRPr sz="2000" b="0" i="0" u="none" strike="noStrike" cap="none">
                <a:solidFill>
                  <a:schemeClr val="dk1"/>
                </a:solidFill>
                <a:latin typeface="Arial"/>
                <a:ea typeface="Arial"/>
                <a:cs typeface="Arial"/>
                <a:sym typeface="Arial"/>
              </a:defRPr>
            </a:lvl2pPr>
            <a:lvl3pPr marL="1371600" marR="0" lvl="2" indent="-342900" algn="l" rtl="0">
              <a:lnSpc>
                <a:spcPct val="100000"/>
              </a:lnSpc>
              <a:spcBef>
                <a:spcPts val="1800"/>
              </a:spcBef>
              <a:spcAft>
                <a:spcPts val="0"/>
              </a:spcAft>
              <a:buClr>
                <a:schemeClr val="dk2"/>
              </a:buClr>
              <a:buSzPts val="1800"/>
              <a:buFont typeface="Arial"/>
              <a:buChar char="•"/>
              <a:defRPr sz="1800" b="0" i="0" u="none" strike="noStrike" cap="none">
                <a:solidFill>
                  <a:schemeClr val="dk1"/>
                </a:solidFill>
                <a:latin typeface="Arial"/>
                <a:ea typeface="Arial"/>
                <a:cs typeface="Arial"/>
                <a:sym typeface="Arial"/>
              </a:defRPr>
            </a:lvl3pPr>
            <a:lvl4pPr marL="1828800" marR="0" lvl="3" indent="-330200" algn="l" rtl="0">
              <a:lnSpc>
                <a:spcPct val="100000"/>
              </a:lnSpc>
              <a:spcBef>
                <a:spcPts val="1800"/>
              </a:spcBef>
              <a:spcAft>
                <a:spcPts val="0"/>
              </a:spcAft>
              <a:buClr>
                <a:schemeClr val="dk2"/>
              </a:buClr>
              <a:buSzPts val="1600"/>
              <a:buFont typeface="Arial"/>
              <a:buChar char="•"/>
              <a:defRPr sz="1600" b="0" i="0" u="none" strike="noStrike" cap="none">
                <a:solidFill>
                  <a:schemeClr val="dk1"/>
                </a:solidFill>
                <a:latin typeface="Arial"/>
                <a:ea typeface="Arial"/>
                <a:cs typeface="Arial"/>
                <a:sym typeface="Arial"/>
              </a:defRPr>
            </a:lvl4pPr>
            <a:lvl5pPr marL="2286000" marR="0" lvl="4" indent="-330200" algn="l" rtl="0">
              <a:lnSpc>
                <a:spcPct val="100000"/>
              </a:lnSpc>
              <a:spcBef>
                <a:spcPts val="1800"/>
              </a:spcBef>
              <a:spcAft>
                <a:spcPts val="0"/>
              </a:spcAft>
              <a:buClr>
                <a:schemeClr val="dk2"/>
              </a:buClr>
              <a:buSzPts val="1600"/>
              <a:buFont typeface="Arial"/>
              <a:buChar char="•"/>
              <a:defRPr sz="1600" b="0" i="0" u="none" strike="noStrike" cap="none">
                <a:solidFill>
                  <a:schemeClr val="dk1"/>
                </a:solidFill>
                <a:latin typeface="Arial"/>
                <a:ea typeface="Arial"/>
                <a:cs typeface="Arial"/>
                <a:sym typeface="Arial"/>
              </a:defRPr>
            </a:lvl5pPr>
            <a:lvl6pPr marL="2743200" marR="0" lvl="5" indent="-342900" algn="l" rtl="0">
              <a:lnSpc>
                <a:spcPct val="90000"/>
              </a:lnSpc>
              <a:spcBef>
                <a:spcPts val="18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dirty="0"/>
          </a:p>
        </p:txBody>
      </p:sp>
    </p:spTree>
  </p:cSld>
  <p:clrMap bg1="lt1" tx1="dk1" bg2="dk2" tx2="lt2" accent1="accent1" accent2="accent2" accent3="accent3" accent4="accent4" accent5="accent5" accent6="accent6" hlink="hlink" folHlink="folHlink"/>
  <p:sldLayoutIdLst>
    <p:sldLayoutId id="2147483727" r:id="rId1"/>
    <p:sldLayoutId id="2147483717" r:id="rId2"/>
    <p:sldLayoutId id="2147483724" r:id="rId3"/>
    <p:sldLayoutId id="2147483725" r:id="rId4"/>
    <p:sldLayoutId id="2147483723" r:id="rId5"/>
    <p:sldLayoutId id="2147483728" r:id="rId6"/>
  </p:sldLayoutIdLst>
  <p:hf hdr="0" dt="0"/>
  <p:txStyles>
    <p:title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400" b="0" i="0" u="none" strike="noStrike" cap="none">
          <a:solidFill>
            <a:srgbClr val="2644A7"/>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0.svg"/></Relationships>
</file>

<file path=ppt/slides/_rels/slide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 Id="rId5" Type="http://schemas.openxmlformats.org/officeDocument/2006/relationships/image" Target="../media/image17.png"/><Relationship Id="rId4" Type="http://schemas.openxmlformats.org/officeDocument/2006/relationships/image" Target="../media/image16.png"/></Relationships>
</file>

<file path=ppt/slides/_rels/slide9.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 Id="rId5" Type="http://schemas.openxmlformats.org/officeDocument/2006/relationships/image" Target="../media/image23.png"/><Relationship Id="rId4" Type="http://schemas.openxmlformats.org/officeDocument/2006/relationships/image" Target="../media/image22.png"/></Relationships>
</file>

<file path=ppt/slides/_rels/slide12.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D86E511-2A8E-CD8D-FA1D-6DDA5388CE10}"/>
              </a:ext>
            </a:extLst>
          </p:cNvPr>
          <p:cNvSpPr>
            <a:spLocks noGrp="1"/>
          </p:cNvSpPr>
          <p:nvPr>
            <p:ph type="subTitle" idx="1"/>
          </p:nvPr>
        </p:nvSpPr>
        <p:spPr/>
        <p:txBody>
          <a:bodyPr/>
          <a:lstStyle/>
          <a:p>
            <a:r>
              <a:rPr lang="en-IE" dirty="0"/>
              <a:t>ESTP Training</a:t>
            </a:r>
          </a:p>
          <a:p>
            <a:r>
              <a:rPr lang="en-IE"/>
              <a:t>05-07 October 2026</a:t>
            </a:r>
          </a:p>
        </p:txBody>
      </p:sp>
      <p:sp>
        <p:nvSpPr>
          <p:cNvPr id="3" name="Title 2">
            <a:extLst>
              <a:ext uri="{FF2B5EF4-FFF2-40B4-BE49-F238E27FC236}">
                <a16:creationId xmlns:a16="http://schemas.microsoft.com/office/drawing/2014/main" id="{E2518E6D-618C-DDB2-DF84-26EB66F0C2A9}"/>
              </a:ext>
            </a:extLst>
          </p:cNvPr>
          <p:cNvSpPr>
            <a:spLocks noGrp="1"/>
          </p:cNvSpPr>
          <p:nvPr>
            <p:ph type="title"/>
          </p:nvPr>
        </p:nvSpPr>
        <p:spPr/>
        <p:txBody>
          <a:bodyPr/>
          <a:lstStyle/>
          <a:p>
            <a:r>
              <a:rPr lang="en-IE" dirty="0"/>
              <a:t>Time series</a:t>
            </a:r>
          </a:p>
        </p:txBody>
      </p:sp>
      <p:sp>
        <p:nvSpPr>
          <p:cNvPr id="4" name="Text Placeholder 3">
            <a:extLst>
              <a:ext uri="{FF2B5EF4-FFF2-40B4-BE49-F238E27FC236}">
                <a16:creationId xmlns:a16="http://schemas.microsoft.com/office/drawing/2014/main" id="{F3FA50BB-3958-DA6F-CD7B-74B9FFF5C40A}"/>
              </a:ext>
            </a:extLst>
          </p:cNvPr>
          <p:cNvSpPr>
            <a:spLocks noGrp="1"/>
          </p:cNvSpPr>
          <p:nvPr>
            <p:ph type="body" sz="quarter" idx="10"/>
          </p:nvPr>
        </p:nvSpPr>
        <p:spPr/>
        <p:txBody>
          <a:bodyPr/>
          <a:lstStyle/>
          <a:p>
            <a:endParaRPr lang="en-IE"/>
          </a:p>
        </p:txBody>
      </p:sp>
    </p:spTree>
    <p:extLst>
      <p:ext uri="{BB962C8B-B14F-4D97-AF65-F5344CB8AC3E}">
        <p14:creationId xmlns:p14="http://schemas.microsoft.com/office/powerpoint/2010/main" val="348115352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65E61E-7A19-4784-9286-B1BD6928231E}"/>
              </a:ext>
            </a:extLst>
          </p:cNvPr>
          <p:cNvSpPr>
            <a:spLocks noGrp="1"/>
          </p:cNvSpPr>
          <p:nvPr>
            <p:ph type="title"/>
          </p:nvPr>
        </p:nvSpPr>
        <p:spPr/>
        <p:txBody>
          <a:bodyPr/>
          <a:lstStyle/>
          <a:p>
            <a:r>
              <a:rPr lang="en-GB" dirty="0"/>
              <a:t>1. Outline</a:t>
            </a:r>
          </a:p>
        </p:txBody>
      </p:sp>
      <p:sp>
        <p:nvSpPr>
          <p:cNvPr id="3" name="Content Placeholder 2">
            <a:extLst>
              <a:ext uri="{FF2B5EF4-FFF2-40B4-BE49-F238E27FC236}">
                <a16:creationId xmlns:a16="http://schemas.microsoft.com/office/drawing/2014/main" id="{DF6304D9-9C84-4EB6-B3A8-27931AA2E8C1}"/>
              </a:ext>
            </a:extLst>
          </p:cNvPr>
          <p:cNvSpPr>
            <a:spLocks noGrp="1"/>
          </p:cNvSpPr>
          <p:nvPr>
            <p:ph sz="half" idx="2"/>
          </p:nvPr>
        </p:nvSpPr>
        <p:spPr/>
        <p:txBody>
          <a:bodyPr/>
          <a:lstStyle/>
          <a:p>
            <a:r>
              <a:rPr lang="en-GB" sz="2800" dirty="0"/>
              <a:t>“Regular” time series</a:t>
            </a:r>
          </a:p>
          <a:p>
            <a:r>
              <a:rPr lang="en-GB" sz="2800" dirty="0"/>
              <a:t>Basic tools</a:t>
            </a:r>
          </a:p>
          <a:p>
            <a:pPr lvl="1"/>
            <a:r>
              <a:rPr lang="en-GB" sz="2400" dirty="0"/>
              <a:t>Auto-correlation function</a:t>
            </a:r>
          </a:p>
          <a:p>
            <a:pPr lvl="1"/>
            <a:r>
              <a:rPr lang="en-GB" sz="2400" dirty="0"/>
              <a:t>Periodogram</a:t>
            </a:r>
          </a:p>
          <a:p>
            <a:pPr lvl="1"/>
            <a:r>
              <a:rPr lang="en-GB" sz="2400" dirty="0"/>
              <a:t>Linear filter</a:t>
            </a:r>
          </a:p>
          <a:p>
            <a:r>
              <a:rPr lang="en-GB" sz="2800" dirty="0"/>
              <a:t>Stationarity</a:t>
            </a:r>
          </a:p>
          <a:p>
            <a:r>
              <a:rPr lang="en-GB" sz="2800" dirty="0"/>
              <a:t>Arima model</a:t>
            </a:r>
          </a:p>
          <a:p>
            <a:endParaRPr lang="en-GB" dirty="0"/>
          </a:p>
        </p:txBody>
      </p:sp>
      <p:sp>
        <p:nvSpPr>
          <p:cNvPr id="5" name="Footer Placeholder 4">
            <a:extLst>
              <a:ext uri="{FF2B5EF4-FFF2-40B4-BE49-F238E27FC236}">
                <a16:creationId xmlns:a16="http://schemas.microsoft.com/office/drawing/2014/main" id="{921B2AA3-B6BB-4B9B-98B8-294EF326516D}"/>
              </a:ext>
            </a:extLst>
          </p:cNvPr>
          <p:cNvSpPr>
            <a:spLocks noGrp="1"/>
          </p:cNvSpPr>
          <p:nvPr>
            <p:ph type="ftr" sz="quarter" idx="4294967295"/>
          </p:nvPr>
        </p:nvSpPr>
        <p:spPr>
          <a:xfrm>
            <a:off x="0" y="0"/>
            <a:ext cx="0" cy="0"/>
          </a:xfrm>
        </p:spPr>
        <p:txBody>
          <a:bodyPr/>
          <a:lstStyle/>
          <a:p>
            <a:r>
              <a:rPr lang="en-GB"/>
              <a:t>Time Series</a:t>
            </a:r>
          </a:p>
        </p:txBody>
      </p:sp>
      <p:sp>
        <p:nvSpPr>
          <p:cNvPr id="8" name="Espace réservé du numéro de diapositive 7">
            <a:extLst>
              <a:ext uri="{FF2B5EF4-FFF2-40B4-BE49-F238E27FC236}">
                <a16:creationId xmlns:a16="http://schemas.microsoft.com/office/drawing/2014/main" id="{33861ED7-66D6-B6D1-0F00-D987567622B5}"/>
              </a:ext>
            </a:extLst>
          </p:cNvPr>
          <p:cNvSpPr>
            <a:spLocks noGrp="1"/>
          </p:cNvSpPr>
          <p:nvPr>
            <p:ph type="sldNum" idx="12"/>
          </p:nvPr>
        </p:nvSpPr>
        <p:spPr/>
        <p:txBody>
          <a:bodyPr/>
          <a:lstStyle/>
          <a:p>
            <a:fld id="{00000000-1234-1234-1234-123412341234}" type="slidenum">
              <a:rPr lang="en-GB" smtClean="0"/>
              <a:pPr/>
              <a:t>2</a:t>
            </a:fld>
            <a:endParaRPr lang="en-GB"/>
          </a:p>
        </p:txBody>
      </p:sp>
    </p:spTree>
    <p:extLst>
      <p:ext uri="{BB962C8B-B14F-4D97-AF65-F5344CB8AC3E}">
        <p14:creationId xmlns:p14="http://schemas.microsoft.com/office/powerpoint/2010/main" val="352856489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38260D-CCC9-486D-868C-28385A3F1011}"/>
              </a:ext>
            </a:extLst>
          </p:cNvPr>
          <p:cNvSpPr>
            <a:spLocks noGrp="1"/>
          </p:cNvSpPr>
          <p:nvPr>
            <p:ph type="title"/>
          </p:nvPr>
        </p:nvSpPr>
        <p:spPr/>
        <p:txBody>
          <a:bodyPr/>
          <a:lstStyle/>
          <a:p>
            <a:r>
              <a:rPr lang="en-GB" dirty="0"/>
              <a:t>2. Time series</a:t>
            </a:r>
          </a:p>
        </p:txBody>
      </p:sp>
      <p:sp>
        <p:nvSpPr>
          <p:cNvPr id="3" name="Content Placeholder 2">
            <a:extLst>
              <a:ext uri="{FF2B5EF4-FFF2-40B4-BE49-F238E27FC236}">
                <a16:creationId xmlns:a16="http://schemas.microsoft.com/office/drawing/2014/main" id="{4F822B56-5136-4B4D-82F1-B1A1C3C49E36}"/>
              </a:ext>
            </a:extLst>
          </p:cNvPr>
          <p:cNvSpPr>
            <a:spLocks noGrp="1"/>
          </p:cNvSpPr>
          <p:nvPr>
            <p:ph sz="half" idx="2"/>
          </p:nvPr>
        </p:nvSpPr>
        <p:spPr/>
        <p:txBody>
          <a:bodyPr/>
          <a:lstStyle/>
          <a:p>
            <a:r>
              <a:rPr lang="en-GB" dirty="0"/>
              <a:t>We will only consider « regular » time series</a:t>
            </a:r>
          </a:p>
          <a:p>
            <a:pPr lvl="1"/>
            <a:r>
              <a:rPr lang="en-GB" dirty="0"/>
              <a:t>Monthly, quarterly…[, yearly] time series</a:t>
            </a:r>
          </a:p>
          <a:p>
            <a:pPr lvl="1"/>
            <a:r>
              <a:rPr lang="en-GB" dirty="0"/>
              <a:t>Annual frequency: 12, 6, 4, 3, 2, 1</a:t>
            </a:r>
          </a:p>
          <a:p>
            <a:pPr lvl="1"/>
            <a:endParaRPr lang="en-GB" dirty="0"/>
          </a:p>
          <a:p>
            <a:r>
              <a:rPr lang="en-GB" dirty="0"/>
              <a:t>[ JD+ 3.0 deal with more general time series]</a:t>
            </a:r>
          </a:p>
        </p:txBody>
      </p:sp>
      <p:sp>
        <p:nvSpPr>
          <p:cNvPr id="5" name="Footer Placeholder 4">
            <a:extLst>
              <a:ext uri="{FF2B5EF4-FFF2-40B4-BE49-F238E27FC236}">
                <a16:creationId xmlns:a16="http://schemas.microsoft.com/office/drawing/2014/main" id="{031A41F7-1E5B-45C1-B427-FD4901EBEE42}"/>
              </a:ext>
            </a:extLst>
          </p:cNvPr>
          <p:cNvSpPr>
            <a:spLocks noGrp="1"/>
          </p:cNvSpPr>
          <p:nvPr>
            <p:ph type="ftr" sz="quarter" idx="4294967295"/>
          </p:nvPr>
        </p:nvSpPr>
        <p:spPr>
          <a:xfrm>
            <a:off x="0" y="0"/>
            <a:ext cx="0" cy="0"/>
          </a:xfrm>
        </p:spPr>
        <p:txBody>
          <a:bodyPr/>
          <a:lstStyle/>
          <a:p>
            <a:r>
              <a:rPr lang="en-GB"/>
              <a:t>Time Series</a:t>
            </a:r>
          </a:p>
        </p:txBody>
      </p:sp>
      <p:pic>
        <p:nvPicPr>
          <p:cNvPr id="7" name="Picture 6">
            <a:extLst>
              <a:ext uri="{FF2B5EF4-FFF2-40B4-BE49-F238E27FC236}">
                <a16:creationId xmlns:a16="http://schemas.microsoft.com/office/drawing/2014/main" id="{77CF1A0E-4E0E-4127-8061-65A34B367019}"/>
              </a:ext>
            </a:extLst>
          </p:cNvPr>
          <p:cNvPicPr>
            <a:picLocks noChangeAspect="1"/>
          </p:cNvPicPr>
          <p:nvPr/>
        </p:nvPicPr>
        <p:blipFill>
          <a:blip r:embed="rId2"/>
          <a:stretch>
            <a:fillRect/>
          </a:stretch>
        </p:blipFill>
        <p:spPr>
          <a:xfrm>
            <a:off x="2868926" y="3575070"/>
            <a:ext cx="5399778" cy="2039916"/>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9" name="Espace réservé du numéro de diapositive 8">
            <a:extLst>
              <a:ext uri="{FF2B5EF4-FFF2-40B4-BE49-F238E27FC236}">
                <a16:creationId xmlns:a16="http://schemas.microsoft.com/office/drawing/2014/main" id="{B2722F15-0917-B441-78B6-E8AA2EE1E9A5}"/>
              </a:ext>
            </a:extLst>
          </p:cNvPr>
          <p:cNvSpPr>
            <a:spLocks noGrp="1"/>
          </p:cNvSpPr>
          <p:nvPr>
            <p:ph type="sldNum" idx="12"/>
          </p:nvPr>
        </p:nvSpPr>
        <p:spPr/>
        <p:txBody>
          <a:bodyPr/>
          <a:lstStyle/>
          <a:p>
            <a:fld id="{00000000-1234-1234-1234-123412341234}" type="slidenum">
              <a:rPr lang="en-GB" smtClean="0"/>
              <a:pPr/>
              <a:t>3</a:t>
            </a:fld>
            <a:endParaRPr lang="en-GB"/>
          </a:p>
        </p:txBody>
      </p:sp>
    </p:spTree>
    <p:extLst>
      <p:ext uri="{BB962C8B-B14F-4D97-AF65-F5344CB8AC3E}">
        <p14:creationId xmlns:p14="http://schemas.microsoft.com/office/powerpoint/2010/main" val="4036317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27E19C-A417-4261-BD5B-08E2093947A9}"/>
              </a:ext>
            </a:extLst>
          </p:cNvPr>
          <p:cNvSpPr>
            <a:spLocks noGrp="1"/>
          </p:cNvSpPr>
          <p:nvPr>
            <p:ph type="title"/>
          </p:nvPr>
        </p:nvSpPr>
        <p:spPr/>
        <p:txBody>
          <a:bodyPr/>
          <a:lstStyle/>
          <a:p>
            <a:r>
              <a:rPr lang="en-GB" dirty="0"/>
              <a:t>3. Basic tools</a:t>
            </a:r>
          </a:p>
        </p:txBody>
      </p:sp>
      <p:sp>
        <p:nvSpPr>
          <p:cNvPr id="4" name="Espace réservé du numéro de diapositive 3">
            <a:extLst>
              <a:ext uri="{FF2B5EF4-FFF2-40B4-BE49-F238E27FC236}">
                <a16:creationId xmlns:a16="http://schemas.microsoft.com/office/drawing/2014/main" id="{1518B0C6-EC6E-6099-8916-E4D3E9172346}"/>
              </a:ext>
            </a:extLst>
          </p:cNvPr>
          <p:cNvSpPr>
            <a:spLocks noGrp="1"/>
          </p:cNvSpPr>
          <p:nvPr>
            <p:ph type="sldNum" idx="12"/>
          </p:nvPr>
        </p:nvSpPr>
        <p:spPr/>
        <p:txBody>
          <a:bodyPr/>
          <a:lstStyle/>
          <a:p>
            <a:fld id="{71CC62B1-FA1F-4849-B719-012F8D8A46B3}" type="slidenum">
              <a:rPr lang="en-GB" smtClean="0"/>
              <a:t>4</a:t>
            </a:fld>
            <a:endParaRPr lang="en-GB"/>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DE0653D-53CC-4553-9F52-C8EAC4239A42}"/>
                  </a:ext>
                </a:extLst>
              </p:cNvPr>
              <p:cNvSpPr>
                <a:spLocks noGrp="1"/>
              </p:cNvSpPr>
              <p:nvPr>
                <p:ph sz="half" idx="2"/>
              </p:nvPr>
            </p:nvSpPr>
            <p:spPr/>
            <p:txBody>
              <a:bodyPr/>
              <a:lstStyle/>
              <a:p>
                <a:r>
                  <a:rPr lang="en-GB" sz="3200" dirty="0"/>
                  <a:t>Auto-correlation function and auto-covariance function (ACF)</a:t>
                </a:r>
              </a:p>
              <a:p>
                <a:pPr lvl="1"/>
                <a:r>
                  <a:rPr lang="en-GB" sz="2800" dirty="0"/>
                  <a:t>Measurement of “patterns” in time series (</a:t>
                </a:r>
                <a14:m>
                  <m:oMath xmlns:m="http://schemas.openxmlformats.org/officeDocument/2006/math">
                    <m:sSub>
                      <m:sSubPr>
                        <m:ctrlPr>
                          <a:rPr lang="fr-BE" sz="2800" i="1">
                            <a:latin typeface="Cambria Math" panose="02040503050406030204" pitchFamily="18" charset="0"/>
                          </a:rPr>
                        </m:ctrlPr>
                      </m:sSubPr>
                      <m:e>
                        <m:r>
                          <a:rPr lang="fr-BE" sz="2800" i="1">
                            <a:latin typeface="Cambria Math" panose="02040503050406030204" pitchFamily="18" charset="0"/>
                          </a:rPr>
                          <m:t>𝑥</m:t>
                        </m:r>
                      </m:e>
                      <m:sub>
                        <m:r>
                          <a:rPr lang="fr-BE" sz="2800" i="1">
                            <a:latin typeface="Cambria Math" panose="02040503050406030204" pitchFamily="18" charset="0"/>
                          </a:rPr>
                          <m:t>𝑡</m:t>
                        </m:r>
                      </m:sub>
                    </m:sSub>
                  </m:oMath>
                </a14:m>
                <a:r>
                  <a:rPr lang="en-GB" sz="2800" dirty="0"/>
                  <a:t>, </a:t>
                </a:r>
                <a14:m>
                  <m:oMath xmlns:m="http://schemas.openxmlformats.org/officeDocument/2006/math">
                    <m:r>
                      <a:rPr lang="fr-BE" i="1">
                        <a:latin typeface="Cambria Math" panose="02040503050406030204" pitchFamily="18" charset="0"/>
                      </a:rPr>
                      <m:t>0</m:t>
                    </m:r>
                    <m:r>
                      <a:rPr lang="fr-BE" i="1">
                        <a:latin typeface="Cambria Math" panose="02040503050406030204" pitchFamily="18" charset="0"/>
                        <a:ea typeface="Cambria Math" panose="02040503050406030204" pitchFamily="18" charset="0"/>
                      </a:rPr>
                      <m:t>≤</m:t>
                    </m:r>
                    <m:r>
                      <a:rPr lang="fr-BE" i="1">
                        <a:latin typeface="Cambria Math" panose="02040503050406030204" pitchFamily="18" charset="0"/>
                        <a:ea typeface="Cambria Math" panose="02040503050406030204" pitchFamily="18" charset="0"/>
                      </a:rPr>
                      <m:t>𝑡</m:t>
                    </m:r>
                    <m:r>
                      <a:rPr lang="fr-BE" i="1">
                        <a:latin typeface="Cambria Math" panose="02040503050406030204" pitchFamily="18" charset="0"/>
                        <a:ea typeface="Cambria Math" panose="02040503050406030204" pitchFamily="18" charset="0"/>
                      </a:rPr>
                      <m:t>&lt;</m:t>
                    </m:r>
                    <m:r>
                      <a:rPr lang="fr-BE" i="1">
                        <a:latin typeface="Cambria Math" panose="02040503050406030204" pitchFamily="18" charset="0"/>
                        <a:ea typeface="Cambria Math" panose="02040503050406030204" pitchFamily="18" charset="0"/>
                      </a:rPr>
                      <m:t>𝑛</m:t>
                    </m:r>
                  </m:oMath>
                </a14:m>
                <a:r>
                  <a:rPr lang="en-GB" sz="2800" dirty="0"/>
                  <a:t>)</a:t>
                </a:r>
              </a:p>
              <a:p>
                <a:pPr lvl="1"/>
                <a14:m>
                  <m:oMath xmlns:m="http://schemas.openxmlformats.org/officeDocument/2006/math">
                    <m:r>
                      <a:rPr lang="fr-BE" sz="2800" b="0" i="1" smtClean="0">
                        <a:latin typeface="Cambria Math" panose="02040503050406030204" pitchFamily="18" charset="0"/>
                      </a:rPr>
                      <m:t>𝑎𝑐𝑓</m:t>
                    </m:r>
                    <m:d>
                      <m:dPr>
                        <m:ctrlPr>
                          <a:rPr lang="fr-BE" sz="2800" b="0" i="1" smtClean="0">
                            <a:latin typeface="Cambria Math" panose="02040503050406030204" pitchFamily="18" charset="0"/>
                          </a:rPr>
                        </m:ctrlPr>
                      </m:dPr>
                      <m:e>
                        <m:r>
                          <a:rPr lang="fr-BE" sz="2800" b="0" i="1" smtClean="0">
                            <a:latin typeface="Cambria Math" panose="02040503050406030204" pitchFamily="18" charset="0"/>
                          </a:rPr>
                          <m:t>𝑘</m:t>
                        </m:r>
                      </m:e>
                    </m:d>
                    <m:r>
                      <a:rPr lang="fr-BE" sz="2800" b="0" i="1" smtClean="0">
                        <a:latin typeface="Cambria Math" panose="02040503050406030204" pitchFamily="18" charset="0"/>
                      </a:rPr>
                      <m:t>= </m:t>
                    </m:r>
                    <m:sSub>
                      <m:sSubPr>
                        <m:ctrlPr>
                          <a:rPr lang="fr-BE" sz="2800" b="0" i="1" smtClean="0">
                            <a:latin typeface="Cambria Math" panose="02040503050406030204" pitchFamily="18" charset="0"/>
                            <a:ea typeface="Cambria Math" panose="02040503050406030204" pitchFamily="18" charset="0"/>
                          </a:rPr>
                        </m:ctrlPr>
                      </m:sSubPr>
                      <m:e>
                        <m:r>
                          <a:rPr lang="fr-BE" sz="2800" b="0" i="1" smtClean="0">
                            <a:latin typeface="Cambria Math" panose="02040503050406030204" pitchFamily="18" charset="0"/>
                            <a:ea typeface="Cambria Math" panose="02040503050406030204" pitchFamily="18" charset="0"/>
                          </a:rPr>
                          <m:t>𝜌</m:t>
                        </m:r>
                      </m:e>
                      <m:sub>
                        <m:r>
                          <a:rPr lang="fr-BE" sz="2800" b="0" i="1" smtClean="0">
                            <a:latin typeface="Cambria Math" panose="02040503050406030204" pitchFamily="18" charset="0"/>
                          </a:rPr>
                          <m:t>𝑘</m:t>
                        </m:r>
                      </m:sub>
                    </m:sSub>
                    <m:r>
                      <a:rPr lang="fr-BE" sz="2800" b="0" i="1" smtClean="0">
                        <a:latin typeface="Cambria Math" panose="02040503050406030204" pitchFamily="18" charset="0"/>
                      </a:rPr>
                      <m:t>=</m:t>
                    </m:r>
                    <m:f>
                      <m:fPr>
                        <m:ctrlPr>
                          <a:rPr lang="fr-BE" sz="2800" b="0" i="1" smtClean="0">
                            <a:latin typeface="Cambria Math" panose="02040503050406030204" pitchFamily="18" charset="0"/>
                          </a:rPr>
                        </m:ctrlPr>
                      </m:fPr>
                      <m:num>
                        <m:nary>
                          <m:naryPr>
                            <m:chr m:val="∑"/>
                            <m:ctrlPr>
                              <a:rPr lang="fr-BE" sz="2800" b="0" i="1" smtClean="0">
                                <a:latin typeface="Cambria Math" panose="02040503050406030204" pitchFamily="18" charset="0"/>
                              </a:rPr>
                            </m:ctrlPr>
                          </m:naryPr>
                          <m:sub>
                            <m:r>
                              <m:rPr>
                                <m:brk m:alnAt="23"/>
                              </m:rPr>
                              <a:rPr lang="fr-BE" sz="2800" b="0" i="1" smtClean="0">
                                <a:latin typeface="Cambria Math" panose="02040503050406030204" pitchFamily="18" charset="0"/>
                              </a:rPr>
                              <m:t>𝑡</m:t>
                            </m:r>
                            <m:r>
                              <a:rPr lang="fr-BE" sz="2800" b="0" i="1" smtClean="0">
                                <a:latin typeface="Cambria Math" panose="02040503050406030204" pitchFamily="18" charset="0"/>
                              </a:rPr>
                              <m:t>=</m:t>
                            </m:r>
                            <m:r>
                              <a:rPr lang="fr-BE" sz="2800" b="0" i="1" smtClean="0">
                                <a:latin typeface="Cambria Math" panose="02040503050406030204" pitchFamily="18" charset="0"/>
                              </a:rPr>
                              <m:t>𝑘</m:t>
                            </m:r>
                          </m:sub>
                          <m:sup>
                            <m:r>
                              <a:rPr lang="fr-BE" sz="2800" b="0" i="1" smtClean="0">
                                <a:latin typeface="Cambria Math" panose="02040503050406030204" pitchFamily="18" charset="0"/>
                              </a:rPr>
                              <m:t>𝑛</m:t>
                            </m:r>
                            <m:r>
                              <a:rPr lang="fr-BE" sz="2800" b="0" i="1" smtClean="0">
                                <a:latin typeface="Cambria Math" panose="02040503050406030204" pitchFamily="18" charset="0"/>
                              </a:rPr>
                              <m:t>−1</m:t>
                            </m:r>
                          </m:sup>
                          <m:e>
                            <m:r>
                              <a:rPr lang="fr-BE" sz="2800" b="0" i="1" smtClean="0">
                                <a:latin typeface="Cambria Math" panose="02040503050406030204" pitchFamily="18" charset="0"/>
                              </a:rPr>
                              <m:t>(</m:t>
                            </m:r>
                            <m:sSub>
                              <m:sSubPr>
                                <m:ctrlPr>
                                  <a:rPr lang="fr-BE" sz="2800" b="0" i="1" smtClean="0">
                                    <a:latin typeface="Cambria Math" panose="02040503050406030204" pitchFamily="18" charset="0"/>
                                  </a:rPr>
                                </m:ctrlPr>
                              </m:sSubPr>
                              <m:e>
                                <m:r>
                                  <a:rPr lang="fr-BE" sz="2800" b="0" i="1" smtClean="0">
                                    <a:latin typeface="Cambria Math" panose="02040503050406030204" pitchFamily="18" charset="0"/>
                                  </a:rPr>
                                  <m:t>𝑥</m:t>
                                </m:r>
                              </m:e>
                              <m:sub>
                                <m:r>
                                  <a:rPr lang="fr-BE" sz="2800" b="0" i="1" smtClean="0">
                                    <a:latin typeface="Cambria Math" panose="02040503050406030204" pitchFamily="18" charset="0"/>
                                  </a:rPr>
                                  <m:t>𝑡</m:t>
                                </m:r>
                              </m:sub>
                            </m:sSub>
                            <m:r>
                              <a:rPr lang="fr-BE" sz="2800" b="0" i="1" smtClean="0">
                                <a:latin typeface="Cambria Math" panose="02040503050406030204" pitchFamily="18" charset="0"/>
                              </a:rPr>
                              <m:t>−</m:t>
                            </m:r>
                            <m:acc>
                              <m:accPr>
                                <m:chr m:val="̅"/>
                                <m:ctrlPr>
                                  <a:rPr lang="fr-BE" sz="2800" b="0" i="1" smtClean="0">
                                    <a:latin typeface="Cambria Math" panose="02040503050406030204" pitchFamily="18" charset="0"/>
                                  </a:rPr>
                                </m:ctrlPr>
                              </m:accPr>
                              <m:e>
                                <m:r>
                                  <a:rPr lang="fr-BE" sz="2800" b="0" i="1" smtClean="0">
                                    <a:latin typeface="Cambria Math" panose="02040503050406030204" pitchFamily="18" charset="0"/>
                                  </a:rPr>
                                  <m:t>𝑥</m:t>
                                </m:r>
                              </m:e>
                            </m:acc>
                            <m:r>
                              <a:rPr lang="fr-BE" sz="2800" b="0" i="1" smtClean="0">
                                <a:latin typeface="Cambria Math" panose="02040503050406030204" pitchFamily="18" charset="0"/>
                              </a:rPr>
                              <m:t>)(</m:t>
                            </m:r>
                            <m:sSub>
                              <m:sSubPr>
                                <m:ctrlPr>
                                  <a:rPr lang="fr-BE" sz="2800" b="0" i="1" smtClean="0">
                                    <a:latin typeface="Cambria Math" panose="02040503050406030204" pitchFamily="18" charset="0"/>
                                  </a:rPr>
                                </m:ctrlPr>
                              </m:sSubPr>
                              <m:e>
                                <m:r>
                                  <a:rPr lang="fr-BE" sz="2800" b="0" i="1" smtClean="0">
                                    <a:latin typeface="Cambria Math" panose="02040503050406030204" pitchFamily="18" charset="0"/>
                                  </a:rPr>
                                  <m:t>𝑥</m:t>
                                </m:r>
                              </m:e>
                              <m:sub>
                                <m:r>
                                  <a:rPr lang="fr-BE" sz="2800" b="0" i="1" smtClean="0">
                                    <a:latin typeface="Cambria Math" panose="02040503050406030204" pitchFamily="18" charset="0"/>
                                  </a:rPr>
                                  <m:t>𝑡</m:t>
                                </m:r>
                                <m:r>
                                  <a:rPr lang="fr-BE" sz="2800" b="0" i="1" smtClean="0">
                                    <a:latin typeface="Cambria Math" panose="02040503050406030204" pitchFamily="18" charset="0"/>
                                  </a:rPr>
                                  <m:t>−</m:t>
                                </m:r>
                                <m:r>
                                  <a:rPr lang="fr-BE" sz="2800" b="0" i="1" smtClean="0">
                                    <a:latin typeface="Cambria Math" panose="02040503050406030204" pitchFamily="18" charset="0"/>
                                  </a:rPr>
                                  <m:t>𝑘</m:t>
                                </m:r>
                              </m:sub>
                            </m:sSub>
                            <m:r>
                              <a:rPr lang="fr-BE" sz="2800" b="0" i="1" smtClean="0">
                                <a:latin typeface="Cambria Math" panose="02040503050406030204" pitchFamily="18" charset="0"/>
                              </a:rPr>
                              <m:t>−</m:t>
                            </m:r>
                            <m:acc>
                              <m:accPr>
                                <m:chr m:val="̅"/>
                                <m:ctrlPr>
                                  <a:rPr lang="fr-BE" sz="2800" b="0" i="1" smtClean="0">
                                    <a:latin typeface="Cambria Math" panose="02040503050406030204" pitchFamily="18" charset="0"/>
                                  </a:rPr>
                                </m:ctrlPr>
                              </m:accPr>
                              <m:e>
                                <m:r>
                                  <a:rPr lang="fr-BE" sz="2800" b="0" i="1" smtClean="0">
                                    <a:latin typeface="Cambria Math" panose="02040503050406030204" pitchFamily="18" charset="0"/>
                                  </a:rPr>
                                  <m:t>𝑥</m:t>
                                </m:r>
                              </m:e>
                            </m:acc>
                            <m:r>
                              <a:rPr lang="fr-BE" sz="2800" b="0" i="1" smtClean="0">
                                <a:latin typeface="Cambria Math" panose="02040503050406030204" pitchFamily="18" charset="0"/>
                              </a:rPr>
                              <m:t>)</m:t>
                            </m:r>
                          </m:e>
                        </m:nary>
                      </m:num>
                      <m:den>
                        <m:r>
                          <a:rPr lang="fr-BE" sz="2800" b="0" i="1" smtClean="0">
                            <a:latin typeface="Cambria Math" panose="02040503050406030204" pitchFamily="18" charset="0"/>
                          </a:rPr>
                          <m:t>[</m:t>
                        </m:r>
                        <m:nary>
                          <m:naryPr>
                            <m:chr m:val="∑"/>
                            <m:ctrlPr>
                              <a:rPr lang="fr-BE" sz="2800" b="0" i="1" smtClean="0">
                                <a:latin typeface="Cambria Math" panose="02040503050406030204" pitchFamily="18" charset="0"/>
                              </a:rPr>
                            </m:ctrlPr>
                          </m:naryPr>
                          <m:sub>
                            <m:r>
                              <m:rPr>
                                <m:brk m:alnAt="23"/>
                              </m:rPr>
                              <a:rPr lang="fr-BE" sz="2800" b="0" i="1" smtClean="0">
                                <a:latin typeface="Cambria Math" panose="02040503050406030204" pitchFamily="18" charset="0"/>
                              </a:rPr>
                              <m:t>𝑡</m:t>
                            </m:r>
                            <m:r>
                              <a:rPr lang="fr-BE" sz="2800" b="0" i="1" smtClean="0">
                                <a:latin typeface="Cambria Math" panose="02040503050406030204" pitchFamily="18" charset="0"/>
                              </a:rPr>
                              <m:t>=0</m:t>
                            </m:r>
                          </m:sub>
                          <m:sup>
                            <m:r>
                              <a:rPr lang="fr-BE" sz="2800" b="0" i="1" smtClean="0">
                                <a:latin typeface="Cambria Math" panose="02040503050406030204" pitchFamily="18" charset="0"/>
                              </a:rPr>
                              <m:t>𝑛</m:t>
                            </m:r>
                            <m:r>
                              <a:rPr lang="fr-BE" sz="2800" b="0" i="1" smtClean="0">
                                <a:latin typeface="Cambria Math" panose="02040503050406030204" pitchFamily="18" charset="0"/>
                              </a:rPr>
                              <m:t>−1</m:t>
                            </m:r>
                          </m:sup>
                          <m:e>
                            <m:sSup>
                              <m:sSupPr>
                                <m:ctrlPr>
                                  <a:rPr lang="fr-BE" sz="2800" b="0" i="1" smtClean="0">
                                    <a:latin typeface="Cambria Math" panose="02040503050406030204" pitchFamily="18" charset="0"/>
                                  </a:rPr>
                                </m:ctrlPr>
                              </m:sSupPr>
                              <m:e>
                                <m:d>
                                  <m:dPr>
                                    <m:ctrlPr>
                                      <a:rPr lang="fr-BE" sz="2800" b="0" i="1" smtClean="0">
                                        <a:latin typeface="Cambria Math" panose="02040503050406030204" pitchFamily="18" charset="0"/>
                                      </a:rPr>
                                    </m:ctrlPr>
                                  </m:dPr>
                                  <m:e>
                                    <m:sSub>
                                      <m:sSubPr>
                                        <m:ctrlPr>
                                          <a:rPr lang="fr-BE" sz="2800" b="0" i="1" smtClean="0">
                                            <a:latin typeface="Cambria Math" panose="02040503050406030204" pitchFamily="18" charset="0"/>
                                          </a:rPr>
                                        </m:ctrlPr>
                                      </m:sSubPr>
                                      <m:e>
                                        <m:r>
                                          <a:rPr lang="fr-BE" sz="2800" b="0" i="1" smtClean="0">
                                            <a:latin typeface="Cambria Math" panose="02040503050406030204" pitchFamily="18" charset="0"/>
                                          </a:rPr>
                                          <m:t>𝑥</m:t>
                                        </m:r>
                                      </m:e>
                                      <m:sub>
                                        <m:r>
                                          <a:rPr lang="fr-BE" sz="2800" b="0" i="1" smtClean="0">
                                            <a:latin typeface="Cambria Math" panose="02040503050406030204" pitchFamily="18" charset="0"/>
                                          </a:rPr>
                                          <m:t>𝑡</m:t>
                                        </m:r>
                                      </m:sub>
                                    </m:sSub>
                                    <m:r>
                                      <a:rPr lang="fr-BE" sz="2800" b="0" i="1" smtClean="0">
                                        <a:latin typeface="Cambria Math" panose="02040503050406030204" pitchFamily="18" charset="0"/>
                                      </a:rPr>
                                      <m:t>−</m:t>
                                    </m:r>
                                    <m:acc>
                                      <m:accPr>
                                        <m:chr m:val="̅"/>
                                        <m:ctrlPr>
                                          <a:rPr lang="fr-BE" sz="2800" b="0" i="1" smtClean="0">
                                            <a:latin typeface="Cambria Math" panose="02040503050406030204" pitchFamily="18" charset="0"/>
                                          </a:rPr>
                                        </m:ctrlPr>
                                      </m:accPr>
                                      <m:e>
                                        <m:r>
                                          <a:rPr lang="fr-BE" sz="2800" b="0" i="1" smtClean="0">
                                            <a:latin typeface="Cambria Math" panose="02040503050406030204" pitchFamily="18" charset="0"/>
                                          </a:rPr>
                                          <m:t>𝑥</m:t>
                                        </m:r>
                                      </m:e>
                                    </m:acc>
                                  </m:e>
                                </m:d>
                              </m:e>
                              <m:sup>
                                <m:r>
                                  <a:rPr lang="fr-BE" sz="2800" b="0" i="1" smtClean="0">
                                    <a:latin typeface="Cambria Math" panose="02040503050406030204" pitchFamily="18" charset="0"/>
                                  </a:rPr>
                                  <m:t>2</m:t>
                                </m:r>
                              </m:sup>
                            </m:sSup>
                          </m:e>
                        </m:nary>
                        <m:r>
                          <a:rPr lang="fr-BE" sz="2800" b="0" i="1" smtClean="0">
                            <a:latin typeface="Cambria Math" panose="02040503050406030204" pitchFamily="18" charset="0"/>
                          </a:rPr>
                          <m:t>]</m:t>
                        </m:r>
                      </m:den>
                    </m:f>
                  </m:oMath>
                </a14:m>
                <a:r>
                  <a:rPr lang="en-GB" sz="2800" dirty="0"/>
                  <a:t> </a:t>
                </a:r>
              </a:p>
              <a:p>
                <a:pPr lvl="1"/>
                <a:endParaRPr lang="en-GB" sz="2400" i="1" dirty="0"/>
              </a:p>
              <a:p>
                <a:pPr lvl="1"/>
                <a:endParaRPr lang="en-GB" sz="2400" i="1" dirty="0"/>
              </a:p>
              <a:p>
                <a:pPr lvl="1"/>
                <a:r>
                  <a:rPr lang="en-GB" sz="2400" i="1" dirty="0"/>
                  <a:t>If we assume that </a:t>
                </a:r>
                <a14:m>
                  <m:oMath xmlns:m="http://schemas.openxmlformats.org/officeDocument/2006/math">
                    <m:acc>
                      <m:accPr>
                        <m:chr m:val="̅"/>
                        <m:ctrlPr>
                          <a:rPr lang="fr-BE" sz="2400" b="0" i="1" smtClean="0">
                            <a:latin typeface="Cambria Math" panose="02040503050406030204" pitchFamily="18" charset="0"/>
                          </a:rPr>
                        </m:ctrlPr>
                      </m:accPr>
                      <m:e>
                        <m:r>
                          <a:rPr lang="fr-BE" sz="2400" b="0" i="1" smtClean="0">
                            <a:latin typeface="Cambria Math" panose="02040503050406030204" pitchFamily="18" charset="0"/>
                          </a:rPr>
                          <m:t>𝑥</m:t>
                        </m:r>
                      </m:e>
                    </m:acc>
                    <m:r>
                      <a:rPr lang="fr-BE" sz="2400" b="0" i="1" smtClean="0">
                        <a:latin typeface="Cambria Math" panose="02040503050406030204" pitchFamily="18" charset="0"/>
                      </a:rPr>
                      <m:t>=0</m:t>
                    </m:r>
                  </m:oMath>
                </a14:m>
                <a:r>
                  <a:rPr lang="en-GB" sz="2400" i="1" dirty="0"/>
                  <a:t>, </a:t>
                </a:r>
                <a14:m>
                  <m:oMath xmlns:m="http://schemas.openxmlformats.org/officeDocument/2006/math">
                    <m:sSub>
                      <m:sSubPr>
                        <m:ctrlPr>
                          <a:rPr lang="fr-BE" sz="2400" b="0" i="1" smtClean="0">
                            <a:latin typeface="Cambria Math" panose="02040503050406030204" pitchFamily="18" charset="0"/>
                            <a:ea typeface="Cambria Math" panose="02040503050406030204" pitchFamily="18" charset="0"/>
                          </a:rPr>
                        </m:ctrlPr>
                      </m:sSubPr>
                      <m:e>
                        <m:r>
                          <a:rPr lang="fr-BE" sz="2400" b="0" i="1" smtClean="0">
                            <a:latin typeface="Cambria Math" panose="02040503050406030204" pitchFamily="18" charset="0"/>
                            <a:ea typeface="Cambria Math" panose="02040503050406030204" pitchFamily="18" charset="0"/>
                          </a:rPr>
                          <m:t>𝜌</m:t>
                        </m:r>
                      </m:e>
                      <m:sub>
                        <m:r>
                          <a:rPr lang="fr-BE" sz="2400" b="0" i="1" smtClean="0">
                            <a:latin typeface="Cambria Math" panose="02040503050406030204" pitchFamily="18" charset="0"/>
                          </a:rPr>
                          <m:t>𝑘</m:t>
                        </m:r>
                      </m:sub>
                    </m:sSub>
                    <m:r>
                      <a:rPr lang="fr-BE" sz="2400" b="0" i="1" smtClean="0">
                        <a:latin typeface="Cambria Math" panose="02040503050406030204" pitchFamily="18" charset="0"/>
                      </a:rPr>
                      <m:t>=</m:t>
                    </m:r>
                    <m:f>
                      <m:fPr>
                        <m:ctrlPr>
                          <a:rPr lang="fr-BE" sz="2400" b="0" i="1" smtClean="0">
                            <a:latin typeface="Cambria Math" panose="02040503050406030204" pitchFamily="18" charset="0"/>
                          </a:rPr>
                        </m:ctrlPr>
                      </m:fPr>
                      <m:num>
                        <m:nary>
                          <m:naryPr>
                            <m:chr m:val="∑"/>
                            <m:ctrlPr>
                              <a:rPr lang="fr-BE" sz="2400" b="0" i="1" smtClean="0">
                                <a:latin typeface="Cambria Math" panose="02040503050406030204" pitchFamily="18" charset="0"/>
                              </a:rPr>
                            </m:ctrlPr>
                          </m:naryPr>
                          <m:sub>
                            <m:r>
                              <m:rPr>
                                <m:brk m:alnAt="23"/>
                              </m:rPr>
                              <a:rPr lang="fr-BE" sz="2400" b="0" i="1" smtClean="0">
                                <a:latin typeface="Cambria Math" panose="02040503050406030204" pitchFamily="18" charset="0"/>
                              </a:rPr>
                              <m:t>𝑡</m:t>
                            </m:r>
                            <m:r>
                              <a:rPr lang="fr-BE" sz="2400" b="0" i="1" smtClean="0">
                                <a:latin typeface="Cambria Math" panose="02040503050406030204" pitchFamily="18" charset="0"/>
                              </a:rPr>
                              <m:t>=</m:t>
                            </m:r>
                            <m:r>
                              <a:rPr lang="fr-BE" sz="2400" b="0" i="1" smtClean="0">
                                <a:latin typeface="Cambria Math" panose="02040503050406030204" pitchFamily="18" charset="0"/>
                              </a:rPr>
                              <m:t>𝑘</m:t>
                            </m:r>
                          </m:sub>
                          <m:sup>
                            <m:r>
                              <a:rPr lang="fr-BE" sz="2400" b="0" i="1" smtClean="0">
                                <a:latin typeface="Cambria Math" panose="02040503050406030204" pitchFamily="18" charset="0"/>
                              </a:rPr>
                              <m:t>𝑛</m:t>
                            </m:r>
                            <m:r>
                              <a:rPr lang="fr-BE" sz="2400" b="0" i="1" smtClean="0">
                                <a:latin typeface="Cambria Math" panose="02040503050406030204" pitchFamily="18" charset="0"/>
                              </a:rPr>
                              <m:t>−1</m:t>
                            </m:r>
                          </m:sup>
                          <m:e>
                            <m:sSub>
                              <m:sSubPr>
                                <m:ctrlPr>
                                  <a:rPr lang="fr-BE" sz="2400" b="0" i="1" smtClean="0">
                                    <a:latin typeface="Cambria Math" panose="02040503050406030204" pitchFamily="18" charset="0"/>
                                  </a:rPr>
                                </m:ctrlPr>
                              </m:sSubPr>
                              <m:e>
                                <m:r>
                                  <a:rPr lang="fr-BE" sz="2400" b="0" i="1" smtClean="0">
                                    <a:latin typeface="Cambria Math" panose="02040503050406030204" pitchFamily="18" charset="0"/>
                                  </a:rPr>
                                  <m:t>𝑥</m:t>
                                </m:r>
                              </m:e>
                              <m:sub>
                                <m:r>
                                  <a:rPr lang="fr-BE" sz="2400" b="0" i="1" smtClean="0">
                                    <a:latin typeface="Cambria Math" panose="02040503050406030204" pitchFamily="18" charset="0"/>
                                  </a:rPr>
                                  <m:t>𝑡</m:t>
                                </m:r>
                              </m:sub>
                            </m:sSub>
                            <m:sSub>
                              <m:sSubPr>
                                <m:ctrlPr>
                                  <a:rPr lang="fr-BE" sz="2400" b="0" i="1" smtClean="0">
                                    <a:latin typeface="Cambria Math" panose="02040503050406030204" pitchFamily="18" charset="0"/>
                                  </a:rPr>
                                </m:ctrlPr>
                              </m:sSubPr>
                              <m:e>
                                <m:r>
                                  <a:rPr lang="fr-BE" sz="2400" b="0" i="1" smtClean="0">
                                    <a:latin typeface="Cambria Math" panose="02040503050406030204" pitchFamily="18" charset="0"/>
                                  </a:rPr>
                                  <m:t>𝑥</m:t>
                                </m:r>
                              </m:e>
                              <m:sub>
                                <m:r>
                                  <a:rPr lang="fr-BE" sz="2400" b="0" i="1" smtClean="0">
                                    <a:latin typeface="Cambria Math" panose="02040503050406030204" pitchFamily="18" charset="0"/>
                                  </a:rPr>
                                  <m:t>𝑡</m:t>
                                </m:r>
                                <m:r>
                                  <a:rPr lang="fr-BE" sz="2400" b="0" i="1" smtClean="0">
                                    <a:latin typeface="Cambria Math" panose="02040503050406030204" pitchFamily="18" charset="0"/>
                                  </a:rPr>
                                  <m:t>−</m:t>
                                </m:r>
                                <m:r>
                                  <a:rPr lang="fr-BE" sz="2400" b="0" i="1" smtClean="0">
                                    <a:latin typeface="Cambria Math" panose="02040503050406030204" pitchFamily="18" charset="0"/>
                                  </a:rPr>
                                  <m:t>𝑘</m:t>
                                </m:r>
                              </m:sub>
                            </m:sSub>
                          </m:e>
                        </m:nary>
                      </m:num>
                      <m:den>
                        <m:r>
                          <a:rPr lang="fr-BE" sz="2400" b="0" i="1" smtClean="0">
                            <a:latin typeface="Cambria Math" panose="02040503050406030204" pitchFamily="18" charset="0"/>
                          </a:rPr>
                          <m:t>[</m:t>
                        </m:r>
                        <m:nary>
                          <m:naryPr>
                            <m:chr m:val="∑"/>
                            <m:ctrlPr>
                              <a:rPr lang="fr-BE" sz="2400" b="0" i="1" smtClean="0">
                                <a:latin typeface="Cambria Math" panose="02040503050406030204" pitchFamily="18" charset="0"/>
                              </a:rPr>
                            </m:ctrlPr>
                          </m:naryPr>
                          <m:sub>
                            <m:r>
                              <m:rPr>
                                <m:brk m:alnAt="23"/>
                              </m:rPr>
                              <a:rPr lang="fr-BE" sz="2400" b="0" i="1" smtClean="0">
                                <a:latin typeface="Cambria Math" panose="02040503050406030204" pitchFamily="18" charset="0"/>
                              </a:rPr>
                              <m:t>𝑡</m:t>
                            </m:r>
                            <m:r>
                              <a:rPr lang="fr-BE" sz="2400" b="0" i="1" smtClean="0">
                                <a:latin typeface="Cambria Math" panose="02040503050406030204" pitchFamily="18" charset="0"/>
                              </a:rPr>
                              <m:t>=0</m:t>
                            </m:r>
                          </m:sub>
                          <m:sup>
                            <m:r>
                              <a:rPr lang="fr-BE" sz="2400" b="0" i="1" smtClean="0">
                                <a:latin typeface="Cambria Math" panose="02040503050406030204" pitchFamily="18" charset="0"/>
                              </a:rPr>
                              <m:t>𝑛</m:t>
                            </m:r>
                            <m:r>
                              <a:rPr lang="fr-BE" sz="2400" b="0" i="1" smtClean="0">
                                <a:latin typeface="Cambria Math" panose="02040503050406030204" pitchFamily="18" charset="0"/>
                              </a:rPr>
                              <m:t>−1</m:t>
                            </m:r>
                          </m:sup>
                          <m:e>
                            <m:sSup>
                              <m:sSupPr>
                                <m:ctrlPr>
                                  <a:rPr lang="fr-BE" sz="2400" b="0" i="1" smtClean="0">
                                    <a:latin typeface="Cambria Math" panose="02040503050406030204" pitchFamily="18" charset="0"/>
                                  </a:rPr>
                                </m:ctrlPr>
                              </m:sSupPr>
                              <m:e>
                                <m:sSub>
                                  <m:sSubPr>
                                    <m:ctrlPr>
                                      <a:rPr lang="fr-BE" sz="2400" b="0" i="1" smtClean="0">
                                        <a:latin typeface="Cambria Math" panose="02040503050406030204" pitchFamily="18" charset="0"/>
                                      </a:rPr>
                                    </m:ctrlPr>
                                  </m:sSubPr>
                                  <m:e>
                                    <m:r>
                                      <a:rPr lang="fr-BE" sz="2400" b="0" i="1" smtClean="0">
                                        <a:latin typeface="Cambria Math" panose="02040503050406030204" pitchFamily="18" charset="0"/>
                                      </a:rPr>
                                      <m:t>𝑥</m:t>
                                    </m:r>
                                  </m:e>
                                  <m:sub>
                                    <m:r>
                                      <a:rPr lang="fr-BE" sz="2400" b="0" i="1" smtClean="0">
                                        <a:latin typeface="Cambria Math" panose="02040503050406030204" pitchFamily="18" charset="0"/>
                                      </a:rPr>
                                      <m:t>𝑡</m:t>
                                    </m:r>
                                  </m:sub>
                                </m:sSub>
                              </m:e>
                              <m:sup>
                                <m:r>
                                  <a:rPr lang="fr-BE" sz="2400" b="0" i="1" smtClean="0">
                                    <a:latin typeface="Cambria Math" panose="02040503050406030204" pitchFamily="18" charset="0"/>
                                  </a:rPr>
                                  <m:t>2</m:t>
                                </m:r>
                              </m:sup>
                            </m:sSup>
                          </m:e>
                        </m:nary>
                        <m:r>
                          <a:rPr lang="fr-BE" sz="2400" b="0" i="1" smtClean="0">
                            <a:latin typeface="Cambria Math" panose="02040503050406030204" pitchFamily="18" charset="0"/>
                          </a:rPr>
                          <m:t>]</m:t>
                        </m:r>
                      </m:den>
                    </m:f>
                  </m:oMath>
                </a14:m>
                <a:r>
                  <a:rPr lang="en-GB" i="1" dirty="0"/>
                  <a:t>  (residuals…)</a:t>
                </a:r>
              </a:p>
            </p:txBody>
          </p:sp>
        </mc:Choice>
        <mc:Fallback xmlns="">
          <p:sp>
            <p:nvSpPr>
              <p:cNvPr id="3" name="Content Placeholder 2">
                <a:extLst>
                  <a:ext uri="{FF2B5EF4-FFF2-40B4-BE49-F238E27FC236}">
                    <a16:creationId xmlns:a16="http://schemas.microsoft.com/office/drawing/2014/main" id="{2DE0653D-53CC-4553-9F52-C8EAC4239A42}"/>
                  </a:ext>
                </a:extLst>
              </p:cNvPr>
              <p:cNvSpPr>
                <a:spLocks noGrp="1" noRot="1" noChangeAspect="1" noMove="1" noResize="1" noEditPoints="1" noAdjustHandles="1" noChangeArrowheads="1" noChangeShapeType="1" noTextEdit="1"/>
              </p:cNvSpPr>
              <p:nvPr>
                <p:ph sz="half" idx="2"/>
              </p:nvPr>
            </p:nvSpPr>
            <p:spPr>
              <a:blipFill>
                <a:blip r:embed="rId2"/>
                <a:stretch>
                  <a:fillRect l="-754" t="-2439"/>
                </a:stretch>
              </a:blipFill>
            </p:spPr>
            <p:txBody>
              <a:bodyPr/>
              <a:lstStyle/>
              <a:p>
                <a:r>
                  <a:rPr lang="en-GB">
                    <a:noFill/>
                  </a:rPr>
                  <a:t> </a:t>
                </a:r>
              </a:p>
            </p:txBody>
          </p:sp>
        </mc:Fallback>
      </mc:AlternateContent>
      <p:sp>
        <p:nvSpPr>
          <p:cNvPr id="5" name="Footer Placeholder 4">
            <a:extLst>
              <a:ext uri="{FF2B5EF4-FFF2-40B4-BE49-F238E27FC236}">
                <a16:creationId xmlns:a16="http://schemas.microsoft.com/office/drawing/2014/main" id="{895A03A5-F491-495C-8E09-2C200D696302}"/>
              </a:ext>
            </a:extLst>
          </p:cNvPr>
          <p:cNvSpPr>
            <a:spLocks noGrp="1"/>
          </p:cNvSpPr>
          <p:nvPr>
            <p:ph type="ftr" sz="quarter" idx="4294967295"/>
          </p:nvPr>
        </p:nvSpPr>
        <p:spPr>
          <a:xfrm>
            <a:off x="0" y="0"/>
            <a:ext cx="0" cy="0"/>
          </a:xfrm>
        </p:spPr>
        <p:txBody>
          <a:bodyPr/>
          <a:lstStyle/>
          <a:p>
            <a:r>
              <a:rPr lang="en-GB"/>
              <a:t>Time Series</a:t>
            </a:r>
          </a:p>
        </p:txBody>
      </p:sp>
    </p:spTree>
    <p:extLst>
      <p:ext uri="{BB962C8B-B14F-4D97-AF65-F5344CB8AC3E}">
        <p14:creationId xmlns:p14="http://schemas.microsoft.com/office/powerpoint/2010/main" val="212872693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B1216-2EA9-7A0A-3C41-BB713377459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4CCCD4-9DC8-CF79-F09C-D99F8C248F5F}"/>
              </a:ext>
            </a:extLst>
          </p:cNvPr>
          <p:cNvSpPr>
            <a:spLocks noGrp="1"/>
          </p:cNvSpPr>
          <p:nvPr>
            <p:ph type="title"/>
          </p:nvPr>
        </p:nvSpPr>
        <p:spPr/>
        <p:txBody>
          <a:bodyPr/>
          <a:lstStyle/>
          <a:p>
            <a:r>
              <a:rPr lang="en-GB" dirty="0"/>
              <a:t>3. Basic tools (cont.)</a:t>
            </a:r>
          </a:p>
        </p:txBody>
      </p:sp>
      <p:sp>
        <p:nvSpPr>
          <p:cNvPr id="3" name="Content Placeholder 2">
            <a:extLst>
              <a:ext uri="{FF2B5EF4-FFF2-40B4-BE49-F238E27FC236}">
                <a16:creationId xmlns:a16="http://schemas.microsoft.com/office/drawing/2014/main" id="{E508C413-EA68-1DAB-E5A5-BF537176310E}"/>
              </a:ext>
            </a:extLst>
          </p:cNvPr>
          <p:cNvSpPr>
            <a:spLocks noGrp="1"/>
          </p:cNvSpPr>
          <p:nvPr>
            <p:ph sz="half" idx="2"/>
          </p:nvPr>
        </p:nvSpPr>
        <p:spPr>
          <a:xfrm>
            <a:off x="970722" y="1280160"/>
            <a:ext cx="10515597" cy="4815967"/>
          </a:xfrm>
        </p:spPr>
        <p:txBody>
          <a:bodyPr>
            <a:normAutofit/>
          </a:bodyPr>
          <a:lstStyle/>
          <a:p>
            <a:r>
              <a:rPr lang="en-GB" dirty="0"/>
              <a:t>Periodogram </a:t>
            </a:r>
            <a:r>
              <a:rPr lang="en-GB" sz="1800" dirty="0">
                <a:solidFill>
                  <a:srgbClr val="0070C0"/>
                </a:solidFill>
              </a:rPr>
              <a:t>(see JD+_Seasonality_final_version.docx, pages 12-14)</a:t>
            </a:r>
            <a:r>
              <a:rPr lang="en-GB" dirty="0"/>
              <a:t>.</a:t>
            </a:r>
          </a:p>
          <a:p>
            <a:pPr lvl="1"/>
            <a:r>
              <a:rPr lang="en-GB" sz="1800" dirty="0"/>
              <a:t>“Frequency view” of a time series (based on a Fourier transform)</a:t>
            </a:r>
          </a:p>
          <a:p>
            <a:pPr lvl="1"/>
            <a:endParaRPr lang="en-GB" dirty="0"/>
          </a:p>
          <a:p>
            <a:pPr lvl="1"/>
            <a:endParaRPr lang="en-GB" dirty="0"/>
          </a:p>
          <a:p>
            <a:pPr lvl="1"/>
            <a:endParaRPr lang="en-GB" sz="1800" dirty="0"/>
          </a:p>
          <a:p>
            <a:pPr lvl="1"/>
            <a:endParaRPr lang="en-GB" dirty="0"/>
          </a:p>
          <a:p>
            <a:pPr lvl="1"/>
            <a:endParaRPr lang="en-GB" sz="1800" dirty="0"/>
          </a:p>
          <a:p>
            <a:pPr lvl="2"/>
            <a:endParaRPr lang="en-GB" sz="1800" dirty="0"/>
          </a:p>
          <a:p>
            <a:pPr lvl="1"/>
            <a:endParaRPr lang="en-GB" dirty="0"/>
          </a:p>
          <a:p>
            <a:pPr lvl="1"/>
            <a:endParaRPr lang="en-GB" dirty="0"/>
          </a:p>
          <a:p>
            <a:pPr lvl="1"/>
            <a:r>
              <a:rPr lang="en-GB" dirty="0"/>
              <a:t>The periodogram gives the importance of each (Fourier) frequency in the series</a:t>
            </a:r>
          </a:p>
          <a:p>
            <a:pPr lvl="1"/>
            <a:r>
              <a:rPr lang="en-GB" sz="1900" dirty="0">
                <a:solidFill>
                  <a:srgbClr val="0070C0"/>
                </a:solidFill>
              </a:rPr>
              <a:t>Code in </a:t>
            </a:r>
            <a:r>
              <a:rPr lang="it-IT" sz="1900" dirty="0">
                <a:solidFill>
                  <a:srgbClr val="0070C0"/>
                </a:solidFill>
              </a:rPr>
              <a:t>toolkit/base/core/data/analysis/Periodogram.java</a:t>
            </a:r>
            <a:endParaRPr lang="en-GB" sz="1900" dirty="0">
              <a:solidFill>
                <a:srgbClr val="0070C0"/>
              </a:solidFill>
            </a:endParaRPr>
          </a:p>
          <a:p>
            <a:pPr lvl="1"/>
            <a:endParaRPr lang="en-GB" dirty="0"/>
          </a:p>
        </p:txBody>
      </p:sp>
      <p:sp>
        <p:nvSpPr>
          <p:cNvPr id="5" name="Footer Placeholder 4">
            <a:extLst>
              <a:ext uri="{FF2B5EF4-FFF2-40B4-BE49-F238E27FC236}">
                <a16:creationId xmlns:a16="http://schemas.microsoft.com/office/drawing/2014/main" id="{2FD60575-C516-A176-F03E-1167B879334D}"/>
              </a:ext>
            </a:extLst>
          </p:cNvPr>
          <p:cNvSpPr>
            <a:spLocks noGrp="1"/>
          </p:cNvSpPr>
          <p:nvPr>
            <p:ph type="ftr" sz="quarter" idx="4294967295"/>
          </p:nvPr>
        </p:nvSpPr>
        <p:spPr>
          <a:xfrm>
            <a:off x="0" y="0"/>
            <a:ext cx="0" cy="0"/>
          </a:xfrm>
        </p:spPr>
        <p:txBody>
          <a:bodyPr/>
          <a:lstStyle/>
          <a:p>
            <a:r>
              <a:rPr lang="en-GB"/>
              <a:t>Time Series</a:t>
            </a:r>
          </a:p>
        </p:txBody>
      </p:sp>
      <p:sp>
        <p:nvSpPr>
          <p:cNvPr id="4" name="Espace réservé du numéro de diapositive 3">
            <a:extLst>
              <a:ext uri="{FF2B5EF4-FFF2-40B4-BE49-F238E27FC236}">
                <a16:creationId xmlns:a16="http://schemas.microsoft.com/office/drawing/2014/main" id="{6F9F7DBD-159A-D5E6-E685-F5242AFF1209}"/>
              </a:ext>
            </a:extLst>
          </p:cNvPr>
          <p:cNvSpPr>
            <a:spLocks noGrp="1"/>
          </p:cNvSpPr>
          <p:nvPr>
            <p:ph type="sldNum" idx="12"/>
          </p:nvPr>
        </p:nvSpPr>
        <p:spPr/>
        <p:txBody>
          <a:bodyPr/>
          <a:lstStyle/>
          <a:p>
            <a:fld id="{00000000-1234-1234-1234-123412341234}" type="slidenum">
              <a:rPr lang="en-GB" smtClean="0"/>
              <a:pPr/>
              <a:t>5</a:t>
            </a:fld>
            <a:endParaRPr lang="en-GB"/>
          </a:p>
        </p:txBody>
      </p:sp>
      <p:graphicFrame>
        <p:nvGraphicFramePr>
          <p:cNvPr id="8" name="Tableau 7">
            <a:extLst>
              <a:ext uri="{FF2B5EF4-FFF2-40B4-BE49-F238E27FC236}">
                <a16:creationId xmlns:a16="http://schemas.microsoft.com/office/drawing/2014/main" id="{6A47F0A5-B757-AA60-85F5-959810032E99}"/>
              </a:ext>
            </a:extLst>
          </p:cNvPr>
          <p:cNvGraphicFramePr>
            <a:graphicFrameLocks noGrp="1"/>
          </p:cNvGraphicFramePr>
          <p:nvPr>
            <p:extLst>
              <p:ext uri="{D42A27DB-BD31-4B8C-83A1-F6EECF244321}">
                <p14:modId xmlns:p14="http://schemas.microsoft.com/office/powerpoint/2010/main" val="3985401344"/>
              </p:ext>
            </p:extLst>
          </p:nvPr>
        </p:nvGraphicFramePr>
        <p:xfrm>
          <a:off x="523875" y="2253189"/>
          <a:ext cx="11220450" cy="2334970"/>
        </p:xfrm>
        <a:graphic>
          <a:graphicData uri="http://schemas.openxmlformats.org/drawingml/2006/table">
            <a:tbl>
              <a:tblPr firstRow="1" bandRow="1">
                <a:tableStyleId>{5940675A-B579-460E-94D1-54222C63F5DA}</a:tableStyleId>
              </a:tblPr>
              <a:tblGrid>
                <a:gridCol w="3781425">
                  <a:extLst>
                    <a:ext uri="{9D8B030D-6E8A-4147-A177-3AD203B41FA5}">
                      <a16:colId xmlns:a16="http://schemas.microsoft.com/office/drawing/2014/main" val="654316397"/>
                    </a:ext>
                  </a:extLst>
                </a:gridCol>
                <a:gridCol w="3698875">
                  <a:extLst>
                    <a:ext uri="{9D8B030D-6E8A-4147-A177-3AD203B41FA5}">
                      <a16:colId xmlns:a16="http://schemas.microsoft.com/office/drawing/2014/main" val="3123978172"/>
                    </a:ext>
                  </a:extLst>
                </a:gridCol>
                <a:gridCol w="3740150">
                  <a:extLst>
                    <a:ext uri="{9D8B030D-6E8A-4147-A177-3AD203B41FA5}">
                      <a16:colId xmlns:a16="http://schemas.microsoft.com/office/drawing/2014/main" val="3790043320"/>
                    </a:ext>
                  </a:extLst>
                </a:gridCol>
              </a:tblGrid>
              <a:tr h="394761">
                <a:tc>
                  <a:txBody>
                    <a:bodyPr/>
                    <a:lstStyle/>
                    <a:p>
                      <a:r>
                        <a:rPr lang="en-GB" dirty="0"/>
                        <a:t>No differencing</a:t>
                      </a:r>
                    </a:p>
                  </a:txBody>
                  <a:tcPr/>
                </a:tc>
                <a:tc>
                  <a:txBody>
                    <a:bodyPr/>
                    <a:lstStyle/>
                    <a:p>
                      <a:r>
                        <a:rPr lang="en-GB" dirty="0"/>
                        <a:t>Regular differencing</a:t>
                      </a:r>
                    </a:p>
                  </a:txBody>
                  <a:tcPr/>
                </a:tc>
                <a:tc>
                  <a:txBody>
                    <a:bodyPr/>
                    <a:lstStyle/>
                    <a:p>
                      <a:r>
                        <a:rPr lang="en-GB" dirty="0"/>
                        <a:t>Regular + seasonal differencing</a:t>
                      </a:r>
                    </a:p>
                  </a:txBody>
                  <a:tcPr/>
                </a:tc>
                <a:extLst>
                  <a:ext uri="{0D108BD9-81ED-4DB2-BD59-A6C34878D82A}">
                    <a16:rowId xmlns:a16="http://schemas.microsoft.com/office/drawing/2014/main" val="2692188683"/>
                  </a:ext>
                </a:extLst>
              </a:tr>
              <a:tr h="1940209">
                <a:tc>
                  <a:txBody>
                    <a:bodyPr/>
                    <a:lstStyle/>
                    <a:p>
                      <a:endParaRPr lang="en-GB" dirty="0"/>
                    </a:p>
                  </a:txBody>
                  <a:tcPr/>
                </a:tc>
                <a:tc>
                  <a:txBody>
                    <a:bodyPr/>
                    <a:lstStyle/>
                    <a:p>
                      <a:endParaRPr lang="en-GB" dirty="0"/>
                    </a:p>
                  </a:txBody>
                  <a:tcPr/>
                </a:tc>
                <a:tc>
                  <a:txBody>
                    <a:bodyPr/>
                    <a:lstStyle/>
                    <a:p>
                      <a:endParaRPr lang="en-GB" dirty="0"/>
                    </a:p>
                  </a:txBody>
                  <a:tcPr/>
                </a:tc>
                <a:extLst>
                  <a:ext uri="{0D108BD9-81ED-4DB2-BD59-A6C34878D82A}">
                    <a16:rowId xmlns:a16="http://schemas.microsoft.com/office/drawing/2014/main" val="2489991484"/>
                  </a:ext>
                </a:extLst>
              </a:tr>
            </a:tbl>
          </a:graphicData>
        </a:graphic>
      </p:graphicFrame>
      <p:pic>
        <p:nvPicPr>
          <p:cNvPr id="10" name="Image 9">
            <a:extLst>
              <a:ext uri="{FF2B5EF4-FFF2-40B4-BE49-F238E27FC236}">
                <a16:creationId xmlns:a16="http://schemas.microsoft.com/office/drawing/2014/main" id="{9967F530-8D16-289B-B760-1E99D95305A1}"/>
              </a:ext>
            </a:extLst>
          </p:cNvPr>
          <p:cNvPicPr>
            <a:picLocks noChangeAspect="1"/>
          </p:cNvPicPr>
          <p:nvPr/>
        </p:nvPicPr>
        <p:blipFill>
          <a:blip r:embed="rId2"/>
          <a:stretch>
            <a:fillRect/>
          </a:stretch>
        </p:blipFill>
        <p:spPr>
          <a:xfrm>
            <a:off x="619125" y="2787086"/>
            <a:ext cx="3561653" cy="1651450"/>
          </a:xfrm>
          <a:prstGeom prst="rect">
            <a:avLst/>
          </a:prstGeom>
        </p:spPr>
      </p:pic>
      <p:pic>
        <p:nvPicPr>
          <p:cNvPr id="12" name="Image 11">
            <a:extLst>
              <a:ext uri="{FF2B5EF4-FFF2-40B4-BE49-F238E27FC236}">
                <a16:creationId xmlns:a16="http://schemas.microsoft.com/office/drawing/2014/main" id="{E1ABB6AC-FD54-34F0-519E-7AAA9F2E4003}"/>
              </a:ext>
            </a:extLst>
          </p:cNvPr>
          <p:cNvPicPr>
            <a:picLocks noChangeAspect="1"/>
          </p:cNvPicPr>
          <p:nvPr/>
        </p:nvPicPr>
        <p:blipFill>
          <a:blip r:embed="rId3"/>
          <a:stretch>
            <a:fillRect/>
          </a:stretch>
        </p:blipFill>
        <p:spPr>
          <a:xfrm>
            <a:off x="4362799" y="2787086"/>
            <a:ext cx="3561653" cy="1651450"/>
          </a:xfrm>
          <a:prstGeom prst="rect">
            <a:avLst/>
          </a:prstGeom>
        </p:spPr>
      </p:pic>
      <p:pic>
        <p:nvPicPr>
          <p:cNvPr id="14" name="Graphique 13">
            <a:extLst>
              <a:ext uri="{FF2B5EF4-FFF2-40B4-BE49-F238E27FC236}">
                <a16:creationId xmlns:a16="http://schemas.microsoft.com/office/drawing/2014/main" id="{E44BA438-B1AB-8256-9BDE-A4A246EE38D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106473" y="2787087"/>
            <a:ext cx="3561653" cy="1651450"/>
          </a:xfrm>
          <a:prstGeom prst="rect">
            <a:avLst/>
          </a:prstGeom>
        </p:spPr>
      </p:pic>
      <p:pic>
        <p:nvPicPr>
          <p:cNvPr id="16" name="Image 15">
            <a:extLst>
              <a:ext uri="{FF2B5EF4-FFF2-40B4-BE49-F238E27FC236}">
                <a16:creationId xmlns:a16="http://schemas.microsoft.com/office/drawing/2014/main" id="{F5239066-EC0B-38DE-B82A-9E7A1417DAA4}"/>
              </a:ext>
            </a:extLst>
          </p:cNvPr>
          <p:cNvPicPr>
            <a:picLocks noChangeAspect="1"/>
          </p:cNvPicPr>
          <p:nvPr/>
        </p:nvPicPr>
        <p:blipFill>
          <a:blip r:embed="rId5"/>
          <a:stretch>
            <a:fillRect/>
          </a:stretch>
        </p:blipFill>
        <p:spPr>
          <a:xfrm>
            <a:off x="4144458" y="6096127"/>
            <a:ext cx="5036834" cy="341204"/>
          </a:xfrm>
          <a:prstGeom prst="rect">
            <a:avLst/>
          </a:prstGeom>
          <a:ln>
            <a:solidFill>
              <a:schemeClr val="tx1"/>
            </a:solidFill>
          </a:ln>
        </p:spPr>
      </p:pic>
      <p:sp>
        <p:nvSpPr>
          <p:cNvPr id="17" name="ZoneTexte 16">
            <a:extLst>
              <a:ext uri="{FF2B5EF4-FFF2-40B4-BE49-F238E27FC236}">
                <a16:creationId xmlns:a16="http://schemas.microsoft.com/office/drawing/2014/main" id="{25E8C394-6604-C2F7-1B8F-52FAA3388CE9}"/>
              </a:ext>
            </a:extLst>
          </p:cNvPr>
          <p:cNvSpPr txBox="1"/>
          <p:nvPr/>
        </p:nvSpPr>
        <p:spPr>
          <a:xfrm>
            <a:off x="2314575" y="6096127"/>
            <a:ext cx="1627369" cy="307777"/>
          </a:xfrm>
          <a:prstGeom prst="rect">
            <a:avLst/>
          </a:prstGeom>
          <a:noFill/>
        </p:spPr>
        <p:txBody>
          <a:bodyPr wrap="none" rtlCol="0">
            <a:spAutoFit/>
          </a:bodyPr>
          <a:lstStyle/>
          <a:p>
            <a:r>
              <a:rPr lang="en-GB" dirty="0"/>
              <a:t>Tip in R: same as </a:t>
            </a:r>
          </a:p>
        </p:txBody>
      </p:sp>
    </p:spTree>
    <p:extLst>
      <p:ext uri="{BB962C8B-B14F-4D97-AF65-F5344CB8AC3E}">
        <p14:creationId xmlns:p14="http://schemas.microsoft.com/office/powerpoint/2010/main" val="162515439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3E6AFB-F04B-0D05-2C03-C985A239914A}"/>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F3F4E915-11AA-D340-62CD-3DDFFA4C5025}"/>
              </a:ext>
            </a:extLst>
          </p:cNvPr>
          <p:cNvSpPr>
            <a:spLocks noGrp="1"/>
          </p:cNvSpPr>
          <p:nvPr>
            <p:ph type="title"/>
          </p:nvPr>
        </p:nvSpPr>
        <p:spPr>
          <a:xfrm>
            <a:off x="970722" y="98630"/>
            <a:ext cx="10515600" cy="782357"/>
          </a:xfrm>
        </p:spPr>
        <p:txBody>
          <a:bodyPr/>
          <a:lstStyle/>
          <a:p>
            <a:r>
              <a:rPr lang="fr-BE" dirty="0"/>
              <a:t>3. </a:t>
            </a:r>
            <a:r>
              <a:rPr lang="fr-BE" dirty="0" err="1"/>
              <a:t>Linear</a:t>
            </a:r>
            <a:r>
              <a:rPr lang="fr-BE" dirty="0"/>
              <a:t> </a:t>
            </a:r>
            <a:r>
              <a:rPr lang="fr-BE" dirty="0" err="1"/>
              <a:t>filters</a:t>
            </a:r>
            <a:endParaRPr lang="en-GB" dirty="0"/>
          </a:p>
        </p:txBody>
      </p:sp>
      <mc:AlternateContent xmlns:mc="http://schemas.openxmlformats.org/markup-compatibility/2006">
        <mc:Choice xmlns:a14="http://schemas.microsoft.com/office/drawing/2010/main" Requires="a14">
          <p:sp>
            <p:nvSpPr>
              <p:cNvPr id="3" name="Espace réservé du contenu 2">
                <a:extLst>
                  <a:ext uri="{FF2B5EF4-FFF2-40B4-BE49-F238E27FC236}">
                    <a16:creationId xmlns:a16="http://schemas.microsoft.com/office/drawing/2014/main" id="{3C94E51F-5AFA-32B4-9645-9C665D68DC1D}"/>
                  </a:ext>
                </a:extLst>
              </p:cNvPr>
              <p:cNvSpPr>
                <a:spLocks noGrp="1"/>
              </p:cNvSpPr>
              <p:nvPr>
                <p:ph sz="half" idx="2"/>
              </p:nvPr>
            </p:nvSpPr>
            <p:spPr>
              <a:xfrm>
                <a:off x="970722" y="1320799"/>
                <a:ext cx="10515597" cy="4775327"/>
              </a:xfrm>
            </p:spPr>
            <p:txBody>
              <a:bodyPr/>
              <a:lstStyle/>
              <a:p>
                <a14:m>
                  <m:oMath xmlns:m="http://schemas.openxmlformats.org/officeDocument/2006/math">
                    <m:sSub>
                      <m:sSubPr>
                        <m:ctrlPr>
                          <a:rPr lang="fr-BE" sz="2800" b="0" i="1" smtClean="0">
                            <a:latin typeface="Cambria Math" panose="02040503050406030204" pitchFamily="18" charset="0"/>
                          </a:rPr>
                        </m:ctrlPr>
                      </m:sSubPr>
                      <m:e>
                        <m:r>
                          <a:rPr lang="fr-BE" sz="2800" b="0" i="1" smtClean="0">
                            <a:latin typeface="Cambria Math" panose="02040503050406030204" pitchFamily="18" charset="0"/>
                          </a:rPr>
                          <m:t>𝑦</m:t>
                        </m:r>
                      </m:e>
                      <m:sub>
                        <m:r>
                          <a:rPr lang="fr-BE" sz="2800" b="0" i="1" smtClean="0">
                            <a:latin typeface="Cambria Math" panose="02040503050406030204" pitchFamily="18" charset="0"/>
                          </a:rPr>
                          <m:t>𝑡</m:t>
                        </m:r>
                      </m:sub>
                    </m:sSub>
                    <m:r>
                      <a:rPr lang="fr-BE" sz="2800" b="0" i="1" smtClean="0">
                        <a:latin typeface="Cambria Math" panose="02040503050406030204" pitchFamily="18" charset="0"/>
                      </a:rPr>
                      <m:t>=</m:t>
                    </m:r>
                    <m:nary>
                      <m:naryPr>
                        <m:chr m:val="∑"/>
                        <m:ctrlPr>
                          <a:rPr lang="fr-BE" sz="2800" b="0" i="1" smtClean="0">
                            <a:latin typeface="Cambria Math" panose="02040503050406030204" pitchFamily="18" charset="0"/>
                          </a:rPr>
                        </m:ctrlPr>
                      </m:naryPr>
                      <m:sub>
                        <m:r>
                          <m:rPr>
                            <m:brk m:alnAt="23"/>
                          </m:rPr>
                          <a:rPr lang="fr-BE" sz="2800" b="0" i="1" smtClean="0">
                            <a:latin typeface="Cambria Math" panose="02040503050406030204" pitchFamily="18" charset="0"/>
                          </a:rPr>
                          <m:t>𝑖</m:t>
                        </m:r>
                        <m:r>
                          <a:rPr lang="fr-BE" sz="2800" b="0" i="1" smtClean="0">
                            <a:latin typeface="Cambria Math" panose="02040503050406030204" pitchFamily="18" charset="0"/>
                          </a:rPr>
                          <m:t>=−∞</m:t>
                        </m:r>
                      </m:sub>
                      <m:sup>
                        <m:r>
                          <a:rPr lang="fr-BE" sz="2800" b="0" i="1" smtClean="0">
                            <a:latin typeface="Cambria Math" panose="02040503050406030204" pitchFamily="18" charset="0"/>
                          </a:rPr>
                          <m:t>+</m:t>
                        </m:r>
                        <m:r>
                          <a:rPr lang="fr-BE" sz="2800" b="0" i="1" smtClean="0">
                            <a:latin typeface="Cambria Math" panose="02040503050406030204" pitchFamily="18" charset="0"/>
                            <a:ea typeface="Cambria Math" panose="02040503050406030204" pitchFamily="18" charset="0"/>
                          </a:rPr>
                          <m:t>∞</m:t>
                        </m:r>
                      </m:sup>
                      <m:e>
                        <m:sSub>
                          <m:sSubPr>
                            <m:ctrlPr>
                              <a:rPr lang="fr-BE" sz="2800" b="0" i="1" smtClean="0">
                                <a:latin typeface="Cambria Math" panose="02040503050406030204" pitchFamily="18" charset="0"/>
                                <a:ea typeface="Cambria Math" panose="02040503050406030204" pitchFamily="18" charset="0"/>
                              </a:rPr>
                            </m:ctrlPr>
                          </m:sSubPr>
                          <m:e>
                            <m:r>
                              <a:rPr lang="fr-BE" sz="2800" b="0" i="1" smtClean="0">
                                <a:latin typeface="Cambria Math" panose="02040503050406030204" pitchFamily="18" charset="0"/>
                                <a:ea typeface="Cambria Math" panose="02040503050406030204" pitchFamily="18" charset="0"/>
                              </a:rPr>
                              <m:t>𝛽</m:t>
                            </m:r>
                          </m:e>
                          <m:sub>
                            <m:r>
                              <a:rPr lang="fr-BE" sz="2800" b="0" i="1" smtClean="0">
                                <a:latin typeface="Cambria Math" panose="02040503050406030204" pitchFamily="18" charset="0"/>
                              </a:rPr>
                              <m:t>𝑖</m:t>
                            </m:r>
                          </m:sub>
                        </m:sSub>
                        <m:sSub>
                          <m:sSubPr>
                            <m:ctrlPr>
                              <a:rPr lang="fr-BE" sz="2800" b="0" i="1" smtClean="0">
                                <a:latin typeface="Cambria Math" panose="02040503050406030204" pitchFamily="18" charset="0"/>
                              </a:rPr>
                            </m:ctrlPr>
                          </m:sSubPr>
                          <m:e>
                            <m:r>
                              <a:rPr lang="fr-BE" sz="2800" b="0" i="1" smtClean="0">
                                <a:latin typeface="Cambria Math" panose="02040503050406030204" pitchFamily="18" charset="0"/>
                              </a:rPr>
                              <m:t>𝑥</m:t>
                            </m:r>
                          </m:e>
                          <m:sub>
                            <m:r>
                              <a:rPr lang="fr-BE" sz="2800" b="0" i="1" smtClean="0">
                                <a:latin typeface="Cambria Math" panose="02040503050406030204" pitchFamily="18" charset="0"/>
                              </a:rPr>
                              <m:t>𝑡</m:t>
                            </m:r>
                            <m:r>
                              <a:rPr lang="fr-BE" sz="2800" b="0" i="1" smtClean="0">
                                <a:latin typeface="Cambria Math" panose="02040503050406030204" pitchFamily="18" charset="0"/>
                              </a:rPr>
                              <m:t>−</m:t>
                            </m:r>
                            <m:r>
                              <a:rPr lang="fr-BE" sz="2800" b="0" i="1" smtClean="0">
                                <a:latin typeface="Cambria Math" panose="02040503050406030204" pitchFamily="18" charset="0"/>
                              </a:rPr>
                              <m:t>𝑖</m:t>
                            </m:r>
                          </m:sub>
                        </m:sSub>
                      </m:e>
                    </m:nary>
                  </m:oMath>
                </a14:m>
                <a:r>
                  <a:rPr lang="en-GB" sz="2800" dirty="0"/>
                  <a:t>, </a:t>
                </a:r>
                <a14:m>
                  <m:oMath xmlns:m="http://schemas.openxmlformats.org/officeDocument/2006/math">
                    <m:d>
                      <m:dPr>
                        <m:begChr m:val="{"/>
                        <m:endChr m:val="}"/>
                        <m:ctrlPr>
                          <a:rPr lang="fr-BE" sz="2800" i="1" smtClean="0">
                            <a:latin typeface="Cambria Math" panose="02040503050406030204" pitchFamily="18" charset="0"/>
                            <a:ea typeface="Cambria Math" panose="02040503050406030204" pitchFamily="18" charset="0"/>
                          </a:rPr>
                        </m:ctrlPr>
                      </m:dPr>
                      <m:e>
                        <m:sSub>
                          <m:sSubPr>
                            <m:ctrlPr>
                              <a:rPr lang="fr-BE" sz="2800" i="1" smtClean="0">
                                <a:latin typeface="Cambria Math" panose="02040503050406030204" pitchFamily="18" charset="0"/>
                                <a:ea typeface="Cambria Math" panose="02040503050406030204" pitchFamily="18" charset="0"/>
                              </a:rPr>
                            </m:ctrlPr>
                          </m:sSubPr>
                          <m:e>
                            <m:r>
                              <a:rPr lang="fr-BE" sz="2800" i="1" smtClean="0">
                                <a:latin typeface="Cambria Math" panose="02040503050406030204" pitchFamily="18" charset="0"/>
                                <a:ea typeface="Cambria Math" panose="02040503050406030204" pitchFamily="18" charset="0"/>
                              </a:rPr>
                              <m:t>𝛽</m:t>
                            </m:r>
                          </m:e>
                          <m:sub>
                            <m:r>
                              <a:rPr lang="fr-BE" sz="2800" b="0" i="1" smtClean="0">
                                <a:latin typeface="Cambria Math" panose="02040503050406030204" pitchFamily="18" charset="0"/>
                              </a:rPr>
                              <m:t>𝑖</m:t>
                            </m:r>
                          </m:sub>
                        </m:sSub>
                      </m:e>
                    </m:d>
                    <m:r>
                      <a:rPr lang="fr-BE" sz="2800" b="1" i="1" smtClean="0">
                        <a:latin typeface="Cambria Math" panose="02040503050406030204" pitchFamily="18" charset="0"/>
                        <a:ea typeface="Cambria Math" panose="02040503050406030204" pitchFamily="18" charset="0"/>
                      </a:rPr>
                      <m:t>≡</m:t>
                    </m:r>
                    <m:r>
                      <a:rPr lang="fr-BE" sz="2800" b="0" i="1" smtClean="0">
                        <a:latin typeface="Cambria Math" panose="02040503050406030204" pitchFamily="18" charset="0"/>
                        <a:ea typeface="Cambria Math" panose="02040503050406030204" pitchFamily="18" charset="0"/>
                      </a:rPr>
                      <m:t>𝑙𝑖𝑛𝑒𝑎𝑟</m:t>
                    </m:r>
                    <m:r>
                      <a:rPr lang="fr-BE" sz="2800" b="0" i="1" smtClean="0">
                        <a:latin typeface="Cambria Math" panose="02040503050406030204" pitchFamily="18" charset="0"/>
                        <a:ea typeface="Cambria Math" panose="02040503050406030204" pitchFamily="18" charset="0"/>
                      </a:rPr>
                      <m:t> </m:t>
                    </m:r>
                    <m:r>
                      <a:rPr lang="fr-BE" sz="2800" b="0" i="1" smtClean="0">
                        <a:latin typeface="Cambria Math" panose="02040503050406030204" pitchFamily="18" charset="0"/>
                        <a:ea typeface="Cambria Math" panose="02040503050406030204" pitchFamily="18" charset="0"/>
                      </a:rPr>
                      <m:t>𝑓𝑖𝑙𝑡𝑒𝑟</m:t>
                    </m:r>
                  </m:oMath>
                </a14:m>
                <a:endParaRPr lang="en-GB" sz="2800" dirty="0"/>
              </a:p>
              <a:p>
                <a:endParaRPr lang="en-GB" sz="2800" dirty="0"/>
              </a:p>
              <a:p>
                <a:r>
                  <a:rPr lang="en-GB" sz="2800" dirty="0"/>
                  <a:t>Backward, forward operators: </a:t>
                </a:r>
                <a14:m>
                  <m:oMath xmlns:m="http://schemas.openxmlformats.org/officeDocument/2006/math">
                    <m:sSup>
                      <m:sSupPr>
                        <m:ctrlPr>
                          <a:rPr lang="fr-BE" sz="2800" b="0" i="1" smtClean="0">
                            <a:latin typeface="Cambria Math" panose="02040503050406030204" pitchFamily="18" charset="0"/>
                          </a:rPr>
                        </m:ctrlPr>
                      </m:sSupPr>
                      <m:e>
                        <m:r>
                          <a:rPr lang="fr-BE" sz="2800" b="0" i="1" smtClean="0">
                            <a:latin typeface="Cambria Math" panose="02040503050406030204" pitchFamily="18" charset="0"/>
                          </a:rPr>
                          <m:t>𝐵</m:t>
                        </m:r>
                      </m:e>
                      <m:sup>
                        <m:r>
                          <a:rPr lang="fr-BE" sz="2800" b="0" i="1" smtClean="0">
                            <a:latin typeface="Cambria Math" panose="02040503050406030204" pitchFamily="18" charset="0"/>
                          </a:rPr>
                          <m:t>𝑘</m:t>
                        </m:r>
                      </m:sup>
                    </m:sSup>
                    <m:sSub>
                      <m:sSubPr>
                        <m:ctrlPr>
                          <a:rPr lang="fr-BE" sz="2800" b="0" i="1" smtClean="0">
                            <a:latin typeface="Cambria Math" panose="02040503050406030204" pitchFamily="18" charset="0"/>
                          </a:rPr>
                        </m:ctrlPr>
                      </m:sSubPr>
                      <m:e>
                        <m:r>
                          <a:rPr lang="fr-BE" sz="2800" b="0" i="1" smtClean="0">
                            <a:latin typeface="Cambria Math" panose="02040503050406030204" pitchFamily="18" charset="0"/>
                          </a:rPr>
                          <m:t>𝑥</m:t>
                        </m:r>
                      </m:e>
                      <m:sub>
                        <m:r>
                          <a:rPr lang="fr-BE" sz="2800" b="0" i="1" smtClean="0">
                            <a:latin typeface="Cambria Math" panose="02040503050406030204" pitchFamily="18" charset="0"/>
                          </a:rPr>
                          <m:t>𝑡</m:t>
                        </m:r>
                      </m:sub>
                    </m:sSub>
                    <m:r>
                      <a:rPr lang="fr-BE" sz="2800" b="0" i="1" smtClean="0">
                        <a:latin typeface="Cambria Math" panose="02040503050406030204" pitchFamily="18" charset="0"/>
                      </a:rPr>
                      <m:t>=</m:t>
                    </m:r>
                    <m:sSub>
                      <m:sSubPr>
                        <m:ctrlPr>
                          <a:rPr lang="fr-BE" sz="2800" b="0" i="1" smtClean="0">
                            <a:latin typeface="Cambria Math" panose="02040503050406030204" pitchFamily="18" charset="0"/>
                          </a:rPr>
                        </m:ctrlPr>
                      </m:sSubPr>
                      <m:e>
                        <m:r>
                          <a:rPr lang="fr-BE" sz="2800" b="0" i="1" smtClean="0">
                            <a:latin typeface="Cambria Math" panose="02040503050406030204" pitchFamily="18" charset="0"/>
                          </a:rPr>
                          <m:t>𝑥</m:t>
                        </m:r>
                      </m:e>
                      <m:sub>
                        <m:r>
                          <a:rPr lang="fr-BE" sz="2800" b="0" i="1" smtClean="0">
                            <a:latin typeface="Cambria Math" panose="02040503050406030204" pitchFamily="18" charset="0"/>
                          </a:rPr>
                          <m:t>𝑡</m:t>
                        </m:r>
                        <m:r>
                          <a:rPr lang="fr-BE" sz="2800" b="0" i="1" smtClean="0">
                            <a:latin typeface="Cambria Math" panose="02040503050406030204" pitchFamily="18" charset="0"/>
                          </a:rPr>
                          <m:t>−</m:t>
                        </m:r>
                        <m:r>
                          <a:rPr lang="fr-BE" sz="2800" b="0" i="1" smtClean="0">
                            <a:latin typeface="Cambria Math" panose="02040503050406030204" pitchFamily="18" charset="0"/>
                          </a:rPr>
                          <m:t>𝑘</m:t>
                        </m:r>
                      </m:sub>
                    </m:sSub>
                    <m:r>
                      <a:rPr lang="fr-BE" sz="2800" b="0" i="1" smtClean="0">
                        <a:latin typeface="Cambria Math" panose="02040503050406030204" pitchFamily="18" charset="0"/>
                      </a:rPr>
                      <m:t>,</m:t>
                    </m:r>
                    <m:sSup>
                      <m:sSupPr>
                        <m:ctrlPr>
                          <a:rPr lang="fr-BE" sz="2800" b="0" i="1" smtClean="0">
                            <a:latin typeface="Cambria Math" panose="02040503050406030204" pitchFamily="18" charset="0"/>
                          </a:rPr>
                        </m:ctrlPr>
                      </m:sSupPr>
                      <m:e>
                        <m:r>
                          <a:rPr lang="fr-BE" sz="2800" b="0" i="1" smtClean="0">
                            <a:latin typeface="Cambria Math" panose="02040503050406030204" pitchFamily="18" charset="0"/>
                          </a:rPr>
                          <m:t>𝐹</m:t>
                        </m:r>
                      </m:e>
                      <m:sup>
                        <m:r>
                          <a:rPr lang="fr-BE" sz="2800" i="1">
                            <a:latin typeface="Cambria Math" panose="02040503050406030204" pitchFamily="18" charset="0"/>
                          </a:rPr>
                          <m:t>𝑘</m:t>
                        </m:r>
                      </m:sup>
                    </m:sSup>
                    <m:sSub>
                      <m:sSubPr>
                        <m:ctrlPr>
                          <a:rPr lang="fr-BE" sz="2800" i="1">
                            <a:latin typeface="Cambria Math" panose="02040503050406030204" pitchFamily="18" charset="0"/>
                          </a:rPr>
                        </m:ctrlPr>
                      </m:sSubPr>
                      <m:e>
                        <m:r>
                          <a:rPr lang="fr-BE" sz="2800" i="1">
                            <a:latin typeface="Cambria Math" panose="02040503050406030204" pitchFamily="18" charset="0"/>
                          </a:rPr>
                          <m:t>𝑥</m:t>
                        </m:r>
                      </m:e>
                      <m:sub>
                        <m:r>
                          <a:rPr lang="fr-BE" sz="2800" i="1">
                            <a:latin typeface="Cambria Math" panose="02040503050406030204" pitchFamily="18" charset="0"/>
                          </a:rPr>
                          <m:t>𝑡</m:t>
                        </m:r>
                      </m:sub>
                    </m:sSub>
                    <m:r>
                      <a:rPr lang="fr-BE" sz="2800" i="1">
                        <a:latin typeface="Cambria Math" panose="02040503050406030204" pitchFamily="18" charset="0"/>
                      </a:rPr>
                      <m:t>=</m:t>
                    </m:r>
                    <m:sSub>
                      <m:sSubPr>
                        <m:ctrlPr>
                          <a:rPr lang="fr-BE" sz="2800" i="1">
                            <a:latin typeface="Cambria Math" panose="02040503050406030204" pitchFamily="18" charset="0"/>
                          </a:rPr>
                        </m:ctrlPr>
                      </m:sSubPr>
                      <m:e>
                        <m:r>
                          <a:rPr lang="fr-BE" sz="2800" i="1">
                            <a:latin typeface="Cambria Math" panose="02040503050406030204" pitchFamily="18" charset="0"/>
                          </a:rPr>
                          <m:t>𝑥</m:t>
                        </m:r>
                      </m:e>
                      <m:sub>
                        <m:r>
                          <a:rPr lang="fr-BE" sz="2800" i="1">
                            <a:latin typeface="Cambria Math" panose="02040503050406030204" pitchFamily="18" charset="0"/>
                          </a:rPr>
                          <m:t>𝑡</m:t>
                        </m:r>
                        <m:r>
                          <a:rPr lang="fr-BE" sz="2800" b="0" i="1" smtClean="0">
                            <a:latin typeface="Cambria Math" panose="02040503050406030204" pitchFamily="18" charset="0"/>
                          </a:rPr>
                          <m:t>+</m:t>
                        </m:r>
                        <m:r>
                          <a:rPr lang="fr-BE" sz="2800" i="1">
                            <a:latin typeface="Cambria Math" panose="02040503050406030204" pitchFamily="18" charset="0"/>
                          </a:rPr>
                          <m:t>𝑘</m:t>
                        </m:r>
                      </m:sub>
                    </m:sSub>
                  </m:oMath>
                </a14:m>
                <a:endParaRPr lang="en-GB" sz="2800" dirty="0"/>
              </a:p>
              <a:p>
                <a:endParaRPr lang="en-GB" sz="2800" i="1" dirty="0">
                  <a:latin typeface="Cambria Math" panose="02040503050406030204" pitchFamily="18" charset="0"/>
                </a:endParaRPr>
              </a:p>
              <a:p>
                <a14:m>
                  <m:oMath xmlns:m="http://schemas.openxmlformats.org/officeDocument/2006/math">
                    <m:r>
                      <a:rPr lang="fr-BE" sz="2800" b="0" i="1" smtClean="0">
                        <a:latin typeface="Cambria Math" panose="02040503050406030204" pitchFamily="18" charset="0"/>
                      </a:rPr>
                      <m:t>𝐸𝑥𝑎𝑚𝑝𝑙𝑒𝑠</m:t>
                    </m:r>
                  </m:oMath>
                </a14:m>
                <a:endParaRPr lang="en-GB" sz="2800" dirty="0"/>
              </a:p>
              <a:p>
                <a:pPr lvl="1"/>
                <a14:m>
                  <m:oMath xmlns:m="http://schemas.openxmlformats.org/officeDocument/2006/math">
                    <m:sSub>
                      <m:sSubPr>
                        <m:ctrlPr>
                          <a:rPr lang="fr-BE" sz="2400" b="0" i="1" smtClean="0">
                            <a:latin typeface="Cambria Math" panose="02040503050406030204" pitchFamily="18" charset="0"/>
                          </a:rPr>
                        </m:ctrlPr>
                      </m:sSubPr>
                      <m:e>
                        <m:r>
                          <a:rPr lang="fr-BE" sz="2400" b="0" i="1" smtClean="0">
                            <a:latin typeface="Cambria Math" panose="02040503050406030204" pitchFamily="18" charset="0"/>
                          </a:rPr>
                          <m:t>𝑦</m:t>
                        </m:r>
                      </m:e>
                      <m:sub>
                        <m:r>
                          <a:rPr lang="fr-BE" sz="2400" b="0" i="1" smtClean="0">
                            <a:latin typeface="Cambria Math" panose="02040503050406030204" pitchFamily="18" charset="0"/>
                          </a:rPr>
                          <m:t>𝑡</m:t>
                        </m:r>
                      </m:sub>
                    </m:sSub>
                    <m:r>
                      <a:rPr lang="fr-BE" sz="2400" b="0" i="1" smtClean="0">
                        <a:latin typeface="Cambria Math" panose="02040503050406030204" pitchFamily="18" charset="0"/>
                      </a:rPr>
                      <m:t>=</m:t>
                    </m:r>
                    <m:sSub>
                      <m:sSubPr>
                        <m:ctrlPr>
                          <a:rPr lang="fr-BE" sz="2400" b="0" i="1" smtClean="0">
                            <a:latin typeface="Cambria Math" panose="02040503050406030204" pitchFamily="18" charset="0"/>
                          </a:rPr>
                        </m:ctrlPr>
                      </m:sSubPr>
                      <m:e>
                        <m:r>
                          <a:rPr lang="fr-BE" sz="2400" b="0" i="1" smtClean="0">
                            <a:latin typeface="Cambria Math" panose="02040503050406030204" pitchFamily="18" charset="0"/>
                          </a:rPr>
                          <m:t>𝑥</m:t>
                        </m:r>
                      </m:e>
                      <m:sub>
                        <m:r>
                          <a:rPr lang="fr-BE" sz="2400" i="1">
                            <a:latin typeface="Cambria Math" panose="02040503050406030204" pitchFamily="18" charset="0"/>
                          </a:rPr>
                          <m:t>𝑡</m:t>
                        </m:r>
                      </m:sub>
                    </m:sSub>
                    <m:r>
                      <a:rPr lang="fr-BE" sz="2400" b="0" i="1" smtClean="0">
                        <a:latin typeface="Cambria Math" panose="02040503050406030204" pitchFamily="18" charset="0"/>
                      </a:rPr>
                      <m:t>−</m:t>
                    </m:r>
                    <m:sSub>
                      <m:sSubPr>
                        <m:ctrlPr>
                          <a:rPr lang="fr-BE" sz="2400" b="0" i="1" smtClean="0">
                            <a:latin typeface="Cambria Math" panose="02040503050406030204" pitchFamily="18" charset="0"/>
                          </a:rPr>
                        </m:ctrlPr>
                      </m:sSubPr>
                      <m:e>
                        <m:r>
                          <a:rPr lang="fr-BE" sz="2400" b="0" i="1" smtClean="0">
                            <a:latin typeface="Cambria Math" panose="02040503050406030204" pitchFamily="18" charset="0"/>
                          </a:rPr>
                          <m:t>𝑥</m:t>
                        </m:r>
                      </m:e>
                      <m:sub>
                        <m:r>
                          <a:rPr lang="fr-BE" sz="2400" i="1">
                            <a:latin typeface="Cambria Math" panose="02040503050406030204" pitchFamily="18" charset="0"/>
                          </a:rPr>
                          <m:t>𝑡</m:t>
                        </m:r>
                        <m:r>
                          <a:rPr lang="fr-BE" sz="2400" b="0" i="1" smtClean="0">
                            <a:latin typeface="Cambria Math" panose="02040503050406030204" pitchFamily="18" charset="0"/>
                          </a:rPr>
                          <m:t>−1</m:t>
                        </m:r>
                      </m:sub>
                    </m:sSub>
                  </m:oMath>
                </a14:m>
                <a:endParaRPr lang="en-GB" sz="2400" dirty="0"/>
              </a:p>
              <a:p>
                <a:pPr lvl="1"/>
                <a14:m>
                  <m:oMath xmlns:m="http://schemas.openxmlformats.org/officeDocument/2006/math">
                    <m:sSub>
                      <m:sSubPr>
                        <m:ctrlPr>
                          <a:rPr lang="fr-BE" sz="2400" b="0" i="1" smtClean="0">
                            <a:latin typeface="Cambria Math" panose="02040503050406030204" pitchFamily="18" charset="0"/>
                          </a:rPr>
                        </m:ctrlPr>
                      </m:sSubPr>
                      <m:e>
                        <m:r>
                          <a:rPr lang="fr-BE" sz="2400" b="0" i="1" smtClean="0">
                            <a:latin typeface="Cambria Math" panose="02040503050406030204" pitchFamily="18" charset="0"/>
                          </a:rPr>
                          <m:t>𝑦</m:t>
                        </m:r>
                      </m:e>
                      <m:sub>
                        <m:r>
                          <a:rPr lang="fr-BE" sz="2400" b="0" i="1" smtClean="0">
                            <a:latin typeface="Cambria Math" panose="02040503050406030204" pitchFamily="18" charset="0"/>
                          </a:rPr>
                          <m:t>𝑡</m:t>
                        </m:r>
                      </m:sub>
                    </m:sSub>
                    <m:r>
                      <a:rPr lang="fr-BE" sz="2400" b="0" i="1" smtClean="0">
                        <a:latin typeface="Cambria Math" panose="02040503050406030204" pitchFamily="18" charset="0"/>
                      </a:rPr>
                      <m:t>=</m:t>
                    </m:r>
                    <m:sSub>
                      <m:sSubPr>
                        <m:ctrlPr>
                          <a:rPr lang="fr-BE" sz="2400" i="1">
                            <a:latin typeface="Cambria Math" panose="02040503050406030204" pitchFamily="18" charset="0"/>
                          </a:rPr>
                        </m:ctrlPr>
                      </m:sSubPr>
                      <m:e>
                        <m:f>
                          <m:fPr>
                            <m:type m:val="skw"/>
                            <m:ctrlPr>
                              <a:rPr lang="fr-BE" sz="2400" i="1">
                                <a:latin typeface="Cambria Math" panose="02040503050406030204" pitchFamily="18" charset="0"/>
                              </a:rPr>
                            </m:ctrlPr>
                          </m:fPr>
                          <m:num>
                            <m:r>
                              <a:rPr lang="fr-BE" sz="2400" i="1">
                                <a:latin typeface="Cambria Math" panose="02040503050406030204" pitchFamily="18" charset="0"/>
                              </a:rPr>
                              <m:t>1</m:t>
                            </m:r>
                          </m:num>
                          <m:den>
                            <m:r>
                              <a:rPr lang="fr-BE" sz="2400" i="1">
                                <a:latin typeface="Cambria Math" panose="02040503050406030204" pitchFamily="18" charset="0"/>
                              </a:rPr>
                              <m:t>3</m:t>
                            </m:r>
                          </m:den>
                        </m:f>
                        <m:r>
                          <a:rPr lang="fr-BE" sz="2400" b="0" i="1" smtClean="0">
                            <a:latin typeface="Cambria Math" panose="02040503050406030204" pitchFamily="18" charset="0"/>
                          </a:rPr>
                          <m:t>𝑥</m:t>
                        </m:r>
                      </m:e>
                      <m:sub>
                        <m:r>
                          <a:rPr lang="fr-BE" sz="2400" b="0" i="1" smtClean="0">
                            <a:latin typeface="Cambria Math" panose="02040503050406030204" pitchFamily="18" charset="0"/>
                          </a:rPr>
                          <m:t>𝑡</m:t>
                        </m:r>
                        <m:r>
                          <a:rPr lang="fr-BE" sz="2400" b="0" i="1" smtClean="0">
                            <a:latin typeface="Cambria Math" panose="02040503050406030204" pitchFamily="18" charset="0"/>
                          </a:rPr>
                          <m:t>+1</m:t>
                        </m:r>
                      </m:sub>
                    </m:sSub>
                    <m:r>
                      <a:rPr lang="fr-BE" sz="2400" b="0" i="1" smtClean="0">
                        <a:latin typeface="Cambria Math" panose="02040503050406030204" pitchFamily="18" charset="0"/>
                      </a:rPr>
                      <m:t>+</m:t>
                    </m:r>
                    <m:f>
                      <m:fPr>
                        <m:type m:val="skw"/>
                        <m:ctrlPr>
                          <a:rPr lang="fr-BE" sz="2400" i="1">
                            <a:latin typeface="Cambria Math" panose="02040503050406030204" pitchFamily="18" charset="0"/>
                          </a:rPr>
                        </m:ctrlPr>
                      </m:fPr>
                      <m:num>
                        <m:r>
                          <a:rPr lang="fr-BE" sz="2400" i="1">
                            <a:latin typeface="Cambria Math" panose="02040503050406030204" pitchFamily="18" charset="0"/>
                          </a:rPr>
                          <m:t>1</m:t>
                        </m:r>
                      </m:num>
                      <m:den>
                        <m:r>
                          <a:rPr lang="fr-BE" sz="2400" i="1">
                            <a:latin typeface="Cambria Math" panose="02040503050406030204" pitchFamily="18" charset="0"/>
                          </a:rPr>
                          <m:t>3</m:t>
                        </m:r>
                      </m:den>
                    </m:f>
                    <m:sSub>
                      <m:sSubPr>
                        <m:ctrlPr>
                          <a:rPr lang="fr-BE" sz="2400" b="0" i="1" smtClean="0">
                            <a:latin typeface="Cambria Math" panose="02040503050406030204" pitchFamily="18" charset="0"/>
                          </a:rPr>
                        </m:ctrlPr>
                      </m:sSubPr>
                      <m:e>
                        <m:r>
                          <a:rPr lang="fr-BE" sz="2400" b="0" i="1" smtClean="0">
                            <a:latin typeface="Cambria Math" panose="02040503050406030204" pitchFamily="18" charset="0"/>
                          </a:rPr>
                          <m:t>𝑥</m:t>
                        </m:r>
                      </m:e>
                      <m:sub>
                        <m:r>
                          <a:rPr lang="fr-BE" sz="2400" i="1">
                            <a:latin typeface="Cambria Math" panose="02040503050406030204" pitchFamily="18" charset="0"/>
                          </a:rPr>
                          <m:t>𝑡</m:t>
                        </m:r>
                      </m:sub>
                    </m:sSub>
                    <m:r>
                      <a:rPr lang="fr-BE" sz="2400" b="0" i="1" smtClean="0">
                        <a:latin typeface="Cambria Math" panose="02040503050406030204" pitchFamily="18" charset="0"/>
                      </a:rPr>
                      <m:t>+</m:t>
                    </m:r>
                    <m:f>
                      <m:fPr>
                        <m:type m:val="skw"/>
                        <m:ctrlPr>
                          <a:rPr lang="fr-BE" sz="2400" b="0" i="1" smtClean="0">
                            <a:latin typeface="Cambria Math" panose="02040503050406030204" pitchFamily="18" charset="0"/>
                          </a:rPr>
                        </m:ctrlPr>
                      </m:fPr>
                      <m:num>
                        <m:r>
                          <a:rPr lang="fr-BE" sz="2400" b="0" i="1" smtClean="0">
                            <a:latin typeface="Cambria Math" panose="02040503050406030204" pitchFamily="18" charset="0"/>
                          </a:rPr>
                          <m:t>1</m:t>
                        </m:r>
                      </m:num>
                      <m:den>
                        <m:r>
                          <a:rPr lang="fr-BE" sz="2400" b="0" i="1" smtClean="0">
                            <a:latin typeface="Cambria Math" panose="02040503050406030204" pitchFamily="18" charset="0"/>
                          </a:rPr>
                          <m:t>3</m:t>
                        </m:r>
                      </m:den>
                    </m:f>
                    <m:sSub>
                      <m:sSubPr>
                        <m:ctrlPr>
                          <a:rPr lang="fr-BE" sz="2400" b="0" i="1" smtClean="0">
                            <a:latin typeface="Cambria Math" panose="02040503050406030204" pitchFamily="18" charset="0"/>
                          </a:rPr>
                        </m:ctrlPr>
                      </m:sSubPr>
                      <m:e>
                        <m:r>
                          <a:rPr lang="fr-BE" sz="2400" b="0" i="1" smtClean="0">
                            <a:latin typeface="Cambria Math" panose="02040503050406030204" pitchFamily="18" charset="0"/>
                          </a:rPr>
                          <m:t>𝑥</m:t>
                        </m:r>
                      </m:e>
                      <m:sub>
                        <m:r>
                          <a:rPr lang="fr-BE" sz="2400" i="1">
                            <a:latin typeface="Cambria Math" panose="02040503050406030204" pitchFamily="18" charset="0"/>
                          </a:rPr>
                          <m:t>𝑡</m:t>
                        </m:r>
                        <m:r>
                          <a:rPr lang="fr-BE" sz="2400" b="0" i="1" smtClean="0">
                            <a:latin typeface="Cambria Math" panose="02040503050406030204" pitchFamily="18" charset="0"/>
                          </a:rPr>
                          <m:t>−1</m:t>
                        </m:r>
                      </m:sub>
                    </m:sSub>
                  </m:oMath>
                </a14:m>
                <a:endParaRPr lang="en-GB" sz="2400" dirty="0"/>
              </a:p>
              <a:p>
                <a:pPr lvl="1"/>
                <a14:m>
                  <m:oMath xmlns:m="http://schemas.openxmlformats.org/officeDocument/2006/math">
                    <m:sSub>
                      <m:sSubPr>
                        <m:ctrlPr>
                          <a:rPr lang="fr-BE" sz="2400" i="1">
                            <a:latin typeface="Cambria Math" panose="02040503050406030204" pitchFamily="18" charset="0"/>
                          </a:rPr>
                        </m:ctrlPr>
                      </m:sSubPr>
                      <m:e>
                        <m:r>
                          <a:rPr lang="fr-BE" sz="2400" i="1">
                            <a:latin typeface="Cambria Math" panose="02040503050406030204" pitchFamily="18" charset="0"/>
                          </a:rPr>
                          <m:t>𝑦</m:t>
                        </m:r>
                      </m:e>
                      <m:sub>
                        <m:r>
                          <a:rPr lang="fr-BE" sz="2400" i="1">
                            <a:latin typeface="Cambria Math" panose="02040503050406030204" pitchFamily="18" charset="0"/>
                          </a:rPr>
                          <m:t>𝑡</m:t>
                        </m:r>
                      </m:sub>
                    </m:sSub>
                    <m:r>
                      <a:rPr lang="fr-BE" sz="2400" i="1">
                        <a:latin typeface="Cambria Math" panose="02040503050406030204" pitchFamily="18" charset="0"/>
                      </a:rPr>
                      <m:t>=</m:t>
                    </m:r>
                    <m:sSub>
                      <m:sSubPr>
                        <m:ctrlPr>
                          <a:rPr lang="fr-BE" sz="2400" i="1">
                            <a:latin typeface="Cambria Math" panose="02040503050406030204" pitchFamily="18" charset="0"/>
                          </a:rPr>
                        </m:ctrlPr>
                      </m:sSubPr>
                      <m:e>
                        <m:f>
                          <m:fPr>
                            <m:type m:val="skw"/>
                            <m:ctrlPr>
                              <a:rPr lang="fr-BE" sz="2400" i="1">
                                <a:latin typeface="Cambria Math" panose="02040503050406030204" pitchFamily="18" charset="0"/>
                              </a:rPr>
                            </m:ctrlPr>
                          </m:fPr>
                          <m:num>
                            <m:r>
                              <a:rPr lang="fr-BE" sz="2400" i="1">
                                <a:latin typeface="Cambria Math" panose="02040503050406030204" pitchFamily="18" charset="0"/>
                              </a:rPr>
                              <m:t>1</m:t>
                            </m:r>
                          </m:num>
                          <m:den>
                            <m:r>
                              <a:rPr lang="fr-BE" sz="2400" b="0" i="1" smtClean="0">
                                <a:latin typeface="Cambria Math" panose="02040503050406030204" pitchFamily="18" charset="0"/>
                              </a:rPr>
                              <m:t>8</m:t>
                            </m:r>
                          </m:den>
                        </m:f>
                        <m:r>
                          <a:rPr lang="fr-BE" sz="2400" i="1">
                            <a:latin typeface="Cambria Math" panose="02040503050406030204" pitchFamily="18" charset="0"/>
                          </a:rPr>
                          <m:t>𝑥</m:t>
                        </m:r>
                      </m:e>
                      <m:sub>
                        <m:r>
                          <a:rPr lang="fr-BE" sz="2400" i="1">
                            <a:latin typeface="Cambria Math" panose="02040503050406030204" pitchFamily="18" charset="0"/>
                          </a:rPr>
                          <m:t>𝑡</m:t>
                        </m:r>
                        <m:r>
                          <a:rPr lang="fr-BE" sz="2400" b="0" i="1" smtClean="0">
                            <a:latin typeface="Cambria Math" panose="02040503050406030204" pitchFamily="18" charset="0"/>
                          </a:rPr>
                          <m:t>−2</m:t>
                        </m:r>
                      </m:sub>
                    </m:sSub>
                    <m:r>
                      <a:rPr lang="fr-BE" sz="2400" i="1">
                        <a:latin typeface="Cambria Math" panose="02040503050406030204" pitchFamily="18" charset="0"/>
                      </a:rPr>
                      <m:t>+</m:t>
                    </m:r>
                    <m:f>
                      <m:fPr>
                        <m:type m:val="skw"/>
                        <m:ctrlPr>
                          <a:rPr lang="fr-BE" sz="2400" i="1">
                            <a:latin typeface="Cambria Math" panose="02040503050406030204" pitchFamily="18" charset="0"/>
                          </a:rPr>
                        </m:ctrlPr>
                      </m:fPr>
                      <m:num>
                        <m:r>
                          <a:rPr lang="fr-BE" sz="2400" i="1">
                            <a:latin typeface="Cambria Math" panose="02040503050406030204" pitchFamily="18" charset="0"/>
                          </a:rPr>
                          <m:t>1</m:t>
                        </m:r>
                      </m:num>
                      <m:den>
                        <m:r>
                          <a:rPr lang="fr-BE" sz="2400" b="0" i="1" smtClean="0">
                            <a:latin typeface="Cambria Math" panose="02040503050406030204" pitchFamily="18" charset="0"/>
                          </a:rPr>
                          <m:t>4</m:t>
                        </m:r>
                      </m:den>
                    </m:f>
                    <m:sSub>
                      <m:sSubPr>
                        <m:ctrlPr>
                          <a:rPr lang="fr-BE" sz="2400" i="1">
                            <a:latin typeface="Cambria Math" panose="02040503050406030204" pitchFamily="18" charset="0"/>
                          </a:rPr>
                        </m:ctrlPr>
                      </m:sSubPr>
                      <m:e>
                        <m:r>
                          <a:rPr lang="fr-BE" sz="2400" i="1">
                            <a:latin typeface="Cambria Math" panose="02040503050406030204" pitchFamily="18" charset="0"/>
                          </a:rPr>
                          <m:t>𝑥</m:t>
                        </m:r>
                      </m:e>
                      <m:sub>
                        <m:r>
                          <a:rPr lang="fr-BE" sz="2400" i="1">
                            <a:latin typeface="Cambria Math" panose="02040503050406030204" pitchFamily="18" charset="0"/>
                          </a:rPr>
                          <m:t>𝑡</m:t>
                        </m:r>
                        <m:r>
                          <a:rPr lang="fr-BE" sz="2400" b="0" i="1" smtClean="0">
                            <a:latin typeface="Cambria Math" panose="02040503050406030204" pitchFamily="18" charset="0"/>
                          </a:rPr>
                          <m:t>−1</m:t>
                        </m:r>
                      </m:sub>
                    </m:sSub>
                    <m:r>
                      <a:rPr lang="fr-BE" sz="2400" i="1">
                        <a:latin typeface="Cambria Math" panose="02040503050406030204" pitchFamily="18" charset="0"/>
                      </a:rPr>
                      <m:t>+</m:t>
                    </m:r>
                    <m:f>
                      <m:fPr>
                        <m:type m:val="skw"/>
                        <m:ctrlPr>
                          <a:rPr lang="fr-BE" sz="2400" i="1">
                            <a:latin typeface="Cambria Math" panose="02040503050406030204" pitchFamily="18" charset="0"/>
                          </a:rPr>
                        </m:ctrlPr>
                      </m:fPr>
                      <m:num>
                        <m:r>
                          <a:rPr lang="fr-BE" sz="2400" i="1">
                            <a:latin typeface="Cambria Math" panose="02040503050406030204" pitchFamily="18" charset="0"/>
                          </a:rPr>
                          <m:t>1</m:t>
                        </m:r>
                      </m:num>
                      <m:den>
                        <m:r>
                          <a:rPr lang="fr-BE" sz="2400" i="1">
                            <a:latin typeface="Cambria Math" panose="02040503050406030204" pitchFamily="18" charset="0"/>
                          </a:rPr>
                          <m:t>4</m:t>
                        </m:r>
                      </m:den>
                    </m:f>
                    <m:sSub>
                      <m:sSubPr>
                        <m:ctrlPr>
                          <a:rPr lang="fr-BE" sz="2400" i="1">
                            <a:latin typeface="Cambria Math" panose="02040503050406030204" pitchFamily="18" charset="0"/>
                          </a:rPr>
                        </m:ctrlPr>
                      </m:sSubPr>
                      <m:e>
                        <m:r>
                          <a:rPr lang="fr-BE" sz="2400" i="1">
                            <a:latin typeface="Cambria Math" panose="02040503050406030204" pitchFamily="18" charset="0"/>
                          </a:rPr>
                          <m:t>𝑥</m:t>
                        </m:r>
                      </m:e>
                      <m:sub>
                        <m:r>
                          <a:rPr lang="fr-BE" sz="2400" i="1">
                            <a:latin typeface="Cambria Math" panose="02040503050406030204" pitchFamily="18" charset="0"/>
                          </a:rPr>
                          <m:t>𝑡</m:t>
                        </m:r>
                      </m:sub>
                    </m:sSub>
                    <m:r>
                      <a:rPr lang="fr-BE" sz="2400" b="0" i="1" smtClean="0">
                        <a:latin typeface="Cambria Math" panose="02040503050406030204" pitchFamily="18" charset="0"/>
                      </a:rPr>
                      <m:t>+</m:t>
                    </m:r>
                    <m:f>
                      <m:fPr>
                        <m:type m:val="skw"/>
                        <m:ctrlPr>
                          <a:rPr lang="fr-BE" sz="2400" i="1">
                            <a:latin typeface="Cambria Math" panose="02040503050406030204" pitchFamily="18" charset="0"/>
                          </a:rPr>
                        </m:ctrlPr>
                      </m:fPr>
                      <m:num>
                        <m:r>
                          <a:rPr lang="fr-BE" sz="2400" i="1">
                            <a:latin typeface="Cambria Math" panose="02040503050406030204" pitchFamily="18" charset="0"/>
                          </a:rPr>
                          <m:t>1</m:t>
                        </m:r>
                      </m:num>
                      <m:den>
                        <m:r>
                          <a:rPr lang="fr-BE" sz="2400" i="1">
                            <a:latin typeface="Cambria Math" panose="02040503050406030204" pitchFamily="18" charset="0"/>
                          </a:rPr>
                          <m:t>4</m:t>
                        </m:r>
                      </m:den>
                    </m:f>
                    <m:sSub>
                      <m:sSubPr>
                        <m:ctrlPr>
                          <a:rPr lang="fr-BE" sz="2400" i="1">
                            <a:latin typeface="Cambria Math" panose="02040503050406030204" pitchFamily="18" charset="0"/>
                          </a:rPr>
                        </m:ctrlPr>
                      </m:sSubPr>
                      <m:e>
                        <m:r>
                          <a:rPr lang="fr-BE" sz="2400" i="1">
                            <a:latin typeface="Cambria Math" panose="02040503050406030204" pitchFamily="18" charset="0"/>
                          </a:rPr>
                          <m:t>𝑥</m:t>
                        </m:r>
                      </m:e>
                      <m:sub>
                        <m:r>
                          <a:rPr lang="fr-BE" sz="2400" i="1">
                            <a:latin typeface="Cambria Math" panose="02040503050406030204" pitchFamily="18" charset="0"/>
                          </a:rPr>
                          <m:t>𝑡</m:t>
                        </m:r>
                        <m:r>
                          <a:rPr lang="fr-BE" sz="2400" b="0" i="1" smtClean="0">
                            <a:latin typeface="Cambria Math" panose="02040503050406030204" pitchFamily="18" charset="0"/>
                          </a:rPr>
                          <m:t>+</m:t>
                        </m:r>
                        <m:r>
                          <a:rPr lang="fr-BE" sz="2400" i="1">
                            <a:latin typeface="Cambria Math" panose="02040503050406030204" pitchFamily="18" charset="0"/>
                          </a:rPr>
                          <m:t>1</m:t>
                        </m:r>
                      </m:sub>
                    </m:sSub>
                    <m:r>
                      <a:rPr lang="fr-BE" sz="2400" b="0" i="1" smtClean="0">
                        <a:latin typeface="Cambria Math" panose="02040503050406030204" pitchFamily="18" charset="0"/>
                      </a:rPr>
                      <m:t>+</m:t>
                    </m:r>
                    <m:f>
                      <m:fPr>
                        <m:type m:val="skw"/>
                        <m:ctrlPr>
                          <a:rPr lang="fr-BE" sz="2400" i="1">
                            <a:latin typeface="Cambria Math" panose="02040503050406030204" pitchFamily="18" charset="0"/>
                          </a:rPr>
                        </m:ctrlPr>
                      </m:fPr>
                      <m:num>
                        <m:r>
                          <a:rPr lang="fr-BE" sz="2400" i="1">
                            <a:latin typeface="Cambria Math" panose="02040503050406030204" pitchFamily="18" charset="0"/>
                          </a:rPr>
                          <m:t>1</m:t>
                        </m:r>
                      </m:num>
                      <m:den>
                        <m:r>
                          <a:rPr lang="fr-BE" sz="2400" b="0" i="1" smtClean="0">
                            <a:latin typeface="Cambria Math" panose="02040503050406030204" pitchFamily="18" charset="0"/>
                          </a:rPr>
                          <m:t>8</m:t>
                        </m:r>
                      </m:den>
                    </m:f>
                    <m:sSub>
                      <m:sSubPr>
                        <m:ctrlPr>
                          <a:rPr lang="fr-BE" sz="2400" i="1">
                            <a:latin typeface="Cambria Math" panose="02040503050406030204" pitchFamily="18" charset="0"/>
                          </a:rPr>
                        </m:ctrlPr>
                      </m:sSubPr>
                      <m:e>
                        <m:r>
                          <a:rPr lang="fr-BE" sz="2400" i="1">
                            <a:latin typeface="Cambria Math" panose="02040503050406030204" pitchFamily="18" charset="0"/>
                          </a:rPr>
                          <m:t>𝑥</m:t>
                        </m:r>
                      </m:e>
                      <m:sub>
                        <m:r>
                          <a:rPr lang="fr-BE" sz="2400" i="1">
                            <a:latin typeface="Cambria Math" panose="02040503050406030204" pitchFamily="18" charset="0"/>
                          </a:rPr>
                          <m:t>𝑡</m:t>
                        </m:r>
                        <m:r>
                          <a:rPr lang="fr-BE" sz="2400" b="0" i="1" smtClean="0">
                            <a:latin typeface="Cambria Math" panose="02040503050406030204" pitchFamily="18" charset="0"/>
                          </a:rPr>
                          <m:t>+2</m:t>
                        </m:r>
                      </m:sub>
                    </m:sSub>
                  </m:oMath>
                </a14:m>
                <a:endParaRPr lang="en-GB" sz="2400" dirty="0"/>
              </a:p>
              <a:p>
                <a:pPr lvl="1"/>
                <a:endParaRPr lang="en-GB" sz="2400" dirty="0"/>
              </a:p>
            </p:txBody>
          </p:sp>
        </mc:Choice>
        <mc:Fallback>
          <p:sp>
            <p:nvSpPr>
              <p:cNvPr id="3" name="Espace réservé du contenu 2">
                <a:extLst>
                  <a:ext uri="{FF2B5EF4-FFF2-40B4-BE49-F238E27FC236}">
                    <a16:creationId xmlns:a16="http://schemas.microsoft.com/office/drawing/2014/main" id="{3C94E51F-5AFA-32B4-9645-9C665D68DC1D}"/>
                  </a:ext>
                </a:extLst>
              </p:cNvPr>
              <p:cNvSpPr>
                <a:spLocks noGrp="1" noRot="1" noChangeAspect="1" noMove="1" noResize="1" noEditPoints="1" noAdjustHandles="1" noChangeArrowheads="1" noChangeShapeType="1" noTextEdit="1"/>
              </p:cNvSpPr>
              <p:nvPr>
                <p:ph sz="half" idx="2"/>
              </p:nvPr>
            </p:nvSpPr>
            <p:spPr>
              <a:xfrm>
                <a:off x="970722" y="1320799"/>
                <a:ext cx="10515597" cy="4775327"/>
              </a:xfrm>
              <a:blipFill>
                <a:blip r:embed="rId2"/>
                <a:stretch>
                  <a:fillRect l="-754" t="-2299" b="-1916"/>
                </a:stretch>
              </a:blipFill>
            </p:spPr>
            <p:txBody>
              <a:bodyPr/>
              <a:lstStyle/>
              <a:p>
                <a:r>
                  <a:rPr lang="en-GB">
                    <a:noFill/>
                  </a:rPr>
                  <a:t> </a:t>
                </a:r>
              </a:p>
            </p:txBody>
          </p:sp>
        </mc:Fallback>
      </mc:AlternateContent>
      <p:sp>
        <p:nvSpPr>
          <p:cNvPr id="5" name="Espace réservé du pied de page 4">
            <a:extLst>
              <a:ext uri="{FF2B5EF4-FFF2-40B4-BE49-F238E27FC236}">
                <a16:creationId xmlns:a16="http://schemas.microsoft.com/office/drawing/2014/main" id="{4D8CD032-FE30-AB77-0471-0EA23EB36C34}"/>
              </a:ext>
            </a:extLst>
          </p:cNvPr>
          <p:cNvSpPr>
            <a:spLocks noGrp="1"/>
          </p:cNvSpPr>
          <p:nvPr>
            <p:ph type="ftr" sz="quarter" idx="4294967295"/>
          </p:nvPr>
        </p:nvSpPr>
        <p:spPr>
          <a:xfrm>
            <a:off x="0" y="0"/>
            <a:ext cx="0" cy="0"/>
          </a:xfrm>
        </p:spPr>
        <p:txBody>
          <a:bodyPr/>
          <a:lstStyle/>
          <a:p>
            <a:r>
              <a:rPr lang="en-GB"/>
              <a:t>Time Series</a:t>
            </a:r>
          </a:p>
        </p:txBody>
      </p:sp>
      <p:sp>
        <p:nvSpPr>
          <p:cNvPr id="4" name="Espace réservé du numéro de diapositive 3">
            <a:extLst>
              <a:ext uri="{FF2B5EF4-FFF2-40B4-BE49-F238E27FC236}">
                <a16:creationId xmlns:a16="http://schemas.microsoft.com/office/drawing/2014/main" id="{FD5DB650-6774-4CEE-8A91-1A43DBF93440}"/>
              </a:ext>
            </a:extLst>
          </p:cNvPr>
          <p:cNvSpPr>
            <a:spLocks noGrp="1"/>
          </p:cNvSpPr>
          <p:nvPr>
            <p:ph type="sldNum" idx="12"/>
          </p:nvPr>
        </p:nvSpPr>
        <p:spPr/>
        <p:txBody>
          <a:bodyPr/>
          <a:lstStyle/>
          <a:p>
            <a:fld id="{00000000-1234-1234-1234-123412341234}" type="slidenum">
              <a:rPr lang="en-GB" smtClean="0"/>
              <a:pPr/>
              <a:t>6</a:t>
            </a:fld>
            <a:endParaRPr lang="en-GB"/>
          </a:p>
        </p:txBody>
      </p:sp>
    </p:spTree>
    <p:extLst>
      <p:ext uri="{BB962C8B-B14F-4D97-AF65-F5344CB8AC3E}">
        <p14:creationId xmlns:p14="http://schemas.microsoft.com/office/powerpoint/2010/main" val="40643157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0864819-BBA7-11F0-175A-325CCD935B5B}"/>
              </a:ext>
            </a:extLst>
          </p:cNvPr>
          <p:cNvSpPr>
            <a:spLocks noGrp="1"/>
          </p:cNvSpPr>
          <p:nvPr>
            <p:ph type="title"/>
          </p:nvPr>
        </p:nvSpPr>
        <p:spPr/>
        <p:txBody>
          <a:bodyPr/>
          <a:lstStyle/>
          <a:p>
            <a:r>
              <a:rPr lang="fr-BE" dirty="0"/>
              <a:t>3. </a:t>
            </a:r>
            <a:r>
              <a:rPr lang="fr-BE" dirty="0" err="1"/>
              <a:t>Linear</a:t>
            </a:r>
            <a:r>
              <a:rPr lang="fr-BE" dirty="0"/>
              <a:t> </a:t>
            </a:r>
            <a:r>
              <a:rPr lang="fr-BE" dirty="0" err="1"/>
              <a:t>filters</a:t>
            </a:r>
            <a:r>
              <a:rPr lang="fr-BE" dirty="0"/>
              <a:t>: </a:t>
            </a:r>
            <a:r>
              <a:rPr lang="fr-BE" dirty="0" err="1"/>
              <a:t>properties</a:t>
            </a:r>
            <a:endParaRPr lang="en-GB" dirty="0"/>
          </a:p>
        </p:txBody>
      </p:sp>
      <mc:AlternateContent xmlns:mc="http://schemas.openxmlformats.org/markup-compatibility/2006">
        <mc:Choice xmlns:a14="http://schemas.microsoft.com/office/drawing/2010/main" Requires="a14">
          <p:sp>
            <p:nvSpPr>
              <p:cNvPr id="3" name="Espace réservé du contenu 2">
                <a:extLst>
                  <a:ext uri="{FF2B5EF4-FFF2-40B4-BE49-F238E27FC236}">
                    <a16:creationId xmlns:a16="http://schemas.microsoft.com/office/drawing/2014/main" id="{8D7DF6E2-02FC-6BF7-74B0-85D355BE619F}"/>
                  </a:ext>
                </a:extLst>
              </p:cNvPr>
              <p:cNvSpPr>
                <a:spLocks noGrp="1"/>
              </p:cNvSpPr>
              <p:nvPr>
                <p:ph sz="half" idx="2"/>
              </p:nvPr>
            </p:nvSpPr>
            <p:spPr/>
            <p:txBody>
              <a:bodyPr/>
              <a:lstStyle/>
              <a:p>
                <a:r>
                  <a:rPr lang="en-GB" sz="2800" dirty="0"/>
                  <a:t>Filter: </a:t>
                </a:r>
                <a:endParaRPr lang="fr-BE" sz="2800" i="1" dirty="0">
                  <a:latin typeface="Cambria Math" panose="02040503050406030204" pitchFamily="18" charset="0"/>
                </a:endParaRPr>
              </a:p>
              <a:p>
                <a:pPr marL="0" indent="0">
                  <a:buNone/>
                </a:pPr>
                <a14:m>
                  <m:oMathPara xmlns:m="http://schemas.openxmlformats.org/officeDocument/2006/math">
                    <m:oMath>
                      <m:sSub>
                        <m:sSubPr>
                          <m:ctrlPr>
                            <a:rPr lang="fr-BE" sz="2800" b="0" i="1" smtClean="0">
                              <a:latin typeface="Cambria Math" panose="02040503050406030204" pitchFamily="18" charset="0"/>
                            </a:rPr>
                          </m:ctrlPr>
                        </m:sSubPr>
                        <m:e>
                          <m:r>
                            <a:rPr lang="fr-BE" sz="2800" b="0" i="1" smtClean="0">
                              <a:latin typeface="Cambria Math" panose="02040503050406030204" pitchFamily="18" charset="0"/>
                            </a:rPr>
                            <m:t>𝑦</m:t>
                          </m:r>
                        </m:e>
                        <m:sub>
                          <m:r>
                            <a:rPr lang="fr-BE" sz="2800" b="0" i="1" smtClean="0">
                              <a:latin typeface="Cambria Math" panose="02040503050406030204" pitchFamily="18" charset="0"/>
                            </a:rPr>
                            <m:t>𝑡</m:t>
                          </m:r>
                        </m:sub>
                      </m:sSub>
                      <m:r>
                        <a:rPr lang="fr-BE" sz="2800" b="0" i="1" smtClean="0">
                          <a:latin typeface="Cambria Math" panose="02040503050406030204" pitchFamily="18" charset="0"/>
                        </a:rPr>
                        <m:t>=</m:t>
                      </m:r>
                      <m:nary>
                        <m:naryPr>
                          <m:chr m:val="∑"/>
                          <m:ctrlPr>
                            <a:rPr lang="fr-BE" sz="2800" b="0" i="1" smtClean="0">
                              <a:latin typeface="Cambria Math" panose="02040503050406030204" pitchFamily="18" charset="0"/>
                            </a:rPr>
                          </m:ctrlPr>
                        </m:naryPr>
                        <m:sub>
                          <m:r>
                            <a:rPr lang="fr-BE" sz="2800" b="0" i="1" smtClean="0">
                              <a:latin typeface="Cambria Math" panose="02040503050406030204" pitchFamily="18" charset="0"/>
                            </a:rPr>
                            <m:t>𝑗</m:t>
                          </m:r>
                          <m:r>
                            <a:rPr lang="fr-BE" sz="2800" b="0" i="1" smtClean="0">
                              <a:latin typeface="Cambria Math" panose="02040503050406030204" pitchFamily="18" charset="0"/>
                            </a:rPr>
                            <m:t>=−∞</m:t>
                          </m:r>
                        </m:sub>
                        <m:sup>
                          <m:r>
                            <a:rPr lang="fr-BE" sz="2800" b="0" i="1" smtClean="0">
                              <a:latin typeface="Cambria Math" panose="02040503050406030204" pitchFamily="18" charset="0"/>
                            </a:rPr>
                            <m:t>+</m:t>
                          </m:r>
                          <m:r>
                            <a:rPr lang="fr-BE" sz="2800" b="0" i="1" smtClean="0">
                              <a:latin typeface="Cambria Math" panose="02040503050406030204" pitchFamily="18" charset="0"/>
                              <a:ea typeface="Cambria Math" panose="02040503050406030204" pitchFamily="18" charset="0"/>
                            </a:rPr>
                            <m:t>∞</m:t>
                          </m:r>
                        </m:sup>
                        <m:e>
                          <m:sSub>
                            <m:sSubPr>
                              <m:ctrlPr>
                                <a:rPr lang="fr-BE" sz="2800" b="0" i="1" smtClean="0">
                                  <a:latin typeface="Cambria Math" panose="02040503050406030204" pitchFamily="18" charset="0"/>
                                  <a:ea typeface="Cambria Math" panose="02040503050406030204" pitchFamily="18" charset="0"/>
                                </a:rPr>
                              </m:ctrlPr>
                            </m:sSubPr>
                            <m:e>
                              <m:r>
                                <a:rPr lang="fr-BE" sz="2800" b="0" i="1" smtClean="0">
                                  <a:latin typeface="Cambria Math" panose="02040503050406030204" pitchFamily="18" charset="0"/>
                                  <a:ea typeface="Cambria Math" panose="02040503050406030204" pitchFamily="18" charset="0"/>
                                </a:rPr>
                                <m:t>𝛽</m:t>
                              </m:r>
                            </m:e>
                            <m:sub>
                              <m:r>
                                <a:rPr lang="fr-BE" sz="2800" b="0" i="1" smtClean="0">
                                  <a:latin typeface="Cambria Math" panose="02040503050406030204" pitchFamily="18" charset="0"/>
                                  <a:ea typeface="Cambria Math" panose="02040503050406030204" pitchFamily="18" charset="0"/>
                                </a:rPr>
                                <m:t>𝑗</m:t>
                              </m:r>
                            </m:sub>
                          </m:sSub>
                          <m:sSub>
                            <m:sSubPr>
                              <m:ctrlPr>
                                <a:rPr lang="fr-BE" sz="2800" b="0" i="1" smtClean="0">
                                  <a:latin typeface="Cambria Math" panose="02040503050406030204" pitchFamily="18" charset="0"/>
                                </a:rPr>
                              </m:ctrlPr>
                            </m:sSubPr>
                            <m:e>
                              <m:r>
                                <a:rPr lang="fr-BE" sz="2800" b="0" i="1" smtClean="0">
                                  <a:latin typeface="Cambria Math" panose="02040503050406030204" pitchFamily="18" charset="0"/>
                                </a:rPr>
                                <m:t>𝑥</m:t>
                              </m:r>
                            </m:e>
                            <m:sub>
                              <m:r>
                                <a:rPr lang="fr-BE" sz="2800" b="0" i="1" smtClean="0">
                                  <a:latin typeface="Cambria Math" panose="02040503050406030204" pitchFamily="18" charset="0"/>
                                </a:rPr>
                                <m:t>𝑡</m:t>
                              </m:r>
                              <m:r>
                                <a:rPr lang="fr-BE" sz="2800" b="0" i="1" smtClean="0">
                                  <a:latin typeface="Cambria Math" panose="02040503050406030204" pitchFamily="18" charset="0"/>
                                </a:rPr>
                                <m:t>+</m:t>
                              </m:r>
                              <m:r>
                                <a:rPr lang="fr-BE" sz="2800" b="0" i="1" smtClean="0">
                                  <a:latin typeface="Cambria Math" panose="02040503050406030204" pitchFamily="18" charset="0"/>
                                </a:rPr>
                                <m:t>𝑗</m:t>
                              </m:r>
                            </m:sub>
                          </m:sSub>
                        </m:e>
                      </m:nary>
                    </m:oMath>
                  </m:oMathPara>
                </a14:m>
                <a:endParaRPr lang="fr-BE" sz="2800" dirty="0"/>
              </a:p>
              <a:p>
                <a:r>
                  <a:rPr lang="fr-BE" sz="2800" dirty="0"/>
                  <a:t>Frequency </a:t>
                </a:r>
                <a:r>
                  <a:rPr lang="fr-BE" sz="2800" dirty="0" err="1"/>
                  <a:t>response</a:t>
                </a:r>
                <a:r>
                  <a:rPr lang="fr-BE" sz="2800" dirty="0"/>
                  <a:t> (= Fourier </a:t>
                </a:r>
                <a:r>
                  <a:rPr lang="fr-BE" sz="2800" dirty="0" err="1"/>
                  <a:t>transform</a:t>
                </a:r>
                <a:r>
                  <a:rPr lang="fr-BE" sz="2800" dirty="0"/>
                  <a:t>):</a:t>
                </a:r>
              </a:p>
              <a:p>
                <a:pPr marL="0" indent="0">
                  <a:buNone/>
                </a:pPr>
                <a14:m>
                  <m:oMathPara xmlns:m="http://schemas.openxmlformats.org/officeDocument/2006/math">
                    <m:oMath>
                      <m:r>
                        <a:rPr lang="fr-BE" sz="2800" i="1" smtClean="0">
                          <a:latin typeface="Cambria Math" panose="02040503050406030204" pitchFamily="18" charset="0"/>
                        </a:rPr>
                        <m:t>𝐹</m:t>
                      </m:r>
                      <m:r>
                        <a:rPr lang="fr-BE" sz="2800" b="0" i="1" smtClean="0">
                          <a:latin typeface="Cambria Math" panose="02040503050406030204" pitchFamily="18" charset="0"/>
                        </a:rPr>
                        <m:t>(</m:t>
                      </m:r>
                      <m:r>
                        <a:rPr lang="fr-BE" sz="2800" b="0" i="1" smtClean="0">
                          <a:latin typeface="Cambria Math" panose="02040503050406030204" pitchFamily="18" charset="0"/>
                          <a:ea typeface="Cambria Math" panose="02040503050406030204" pitchFamily="18" charset="0"/>
                        </a:rPr>
                        <m:t>𝜔</m:t>
                      </m:r>
                      <m:r>
                        <a:rPr lang="fr-BE" sz="2800" b="0" i="1" smtClean="0">
                          <a:latin typeface="Cambria Math" panose="02040503050406030204" pitchFamily="18" charset="0"/>
                          <a:ea typeface="Cambria Math" panose="02040503050406030204" pitchFamily="18" charset="0"/>
                        </a:rPr>
                        <m:t>)=</m:t>
                      </m:r>
                      <m:nary>
                        <m:naryPr>
                          <m:chr m:val="∑"/>
                          <m:ctrlPr>
                            <a:rPr lang="fr-BE" sz="2800" b="0" i="1" smtClean="0">
                              <a:latin typeface="Cambria Math" panose="02040503050406030204" pitchFamily="18" charset="0"/>
                            </a:rPr>
                          </m:ctrlPr>
                        </m:naryPr>
                        <m:sub>
                          <m:r>
                            <a:rPr lang="fr-BE" sz="2800" b="0" i="1" smtClean="0">
                              <a:latin typeface="Cambria Math" panose="02040503050406030204" pitchFamily="18" charset="0"/>
                            </a:rPr>
                            <m:t>𝑗</m:t>
                          </m:r>
                          <m:r>
                            <a:rPr lang="fr-BE" sz="2800" b="0" i="1" smtClean="0">
                              <a:latin typeface="Cambria Math" panose="02040503050406030204" pitchFamily="18" charset="0"/>
                            </a:rPr>
                            <m:t>=−∞</m:t>
                          </m:r>
                        </m:sub>
                        <m:sup>
                          <m:r>
                            <a:rPr lang="fr-BE" sz="2800" b="0" i="1" smtClean="0">
                              <a:latin typeface="Cambria Math" panose="02040503050406030204" pitchFamily="18" charset="0"/>
                            </a:rPr>
                            <m:t>+</m:t>
                          </m:r>
                          <m:r>
                            <a:rPr lang="fr-BE" sz="2800" b="0" i="1" smtClean="0">
                              <a:latin typeface="Cambria Math" panose="02040503050406030204" pitchFamily="18" charset="0"/>
                              <a:ea typeface="Cambria Math" panose="02040503050406030204" pitchFamily="18" charset="0"/>
                            </a:rPr>
                            <m:t>∞</m:t>
                          </m:r>
                        </m:sup>
                        <m:e>
                          <m:sSub>
                            <m:sSubPr>
                              <m:ctrlPr>
                                <a:rPr lang="fr-BE" sz="2800" b="0" i="1" smtClean="0">
                                  <a:latin typeface="Cambria Math" panose="02040503050406030204" pitchFamily="18" charset="0"/>
                                  <a:ea typeface="Cambria Math" panose="02040503050406030204" pitchFamily="18" charset="0"/>
                                </a:rPr>
                              </m:ctrlPr>
                            </m:sSubPr>
                            <m:e>
                              <m:r>
                                <a:rPr lang="fr-BE" sz="2800" b="0" i="1" smtClean="0">
                                  <a:latin typeface="Cambria Math" panose="02040503050406030204" pitchFamily="18" charset="0"/>
                                  <a:ea typeface="Cambria Math" panose="02040503050406030204" pitchFamily="18" charset="0"/>
                                </a:rPr>
                                <m:t>𝛽</m:t>
                              </m:r>
                            </m:e>
                            <m:sub>
                              <m:r>
                                <a:rPr lang="fr-BE" sz="2800" b="0" i="1" smtClean="0">
                                  <a:latin typeface="Cambria Math" panose="02040503050406030204" pitchFamily="18" charset="0"/>
                                  <a:ea typeface="Cambria Math" panose="02040503050406030204" pitchFamily="18" charset="0"/>
                                </a:rPr>
                                <m:t>𝑗</m:t>
                              </m:r>
                            </m:sub>
                          </m:sSub>
                          <m:sSup>
                            <m:sSupPr>
                              <m:ctrlPr>
                                <a:rPr lang="fr-BE" sz="2800" i="1">
                                  <a:latin typeface="Cambria Math" panose="02040503050406030204" pitchFamily="18" charset="0"/>
                                </a:rPr>
                              </m:ctrlPr>
                            </m:sSupPr>
                            <m:e>
                              <m:r>
                                <a:rPr lang="fr-BE" sz="2800" i="1">
                                  <a:latin typeface="Cambria Math" panose="02040503050406030204" pitchFamily="18" charset="0"/>
                                </a:rPr>
                                <m:t>𝑒</m:t>
                              </m:r>
                            </m:e>
                            <m:sup>
                              <m:r>
                                <a:rPr lang="fr-BE" sz="2800" b="0" i="1" smtClean="0">
                                  <a:latin typeface="Cambria Math" panose="02040503050406030204" pitchFamily="18" charset="0"/>
                                </a:rPr>
                                <m:t>𝑖</m:t>
                              </m:r>
                              <m:r>
                                <a:rPr lang="fr-BE" sz="2800" i="1">
                                  <a:latin typeface="Cambria Math" panose="02040503050406030204" pitchFamily="18" charset="0"/>
                                  <a:ea typeface="Cambria Math" panose="02040503050406030204" pitchFamily="18" charset="0"/>
                                </a:rPr>
                                <m:t>𝜔</m:t>
                              </m:r>
                              <m:r>
                                <a:rPr lang="fr-BE" sz="2800" b="0" i="1" smtClean="0">
                                  <a:latin typeface="Cambria Math" panose="02040503050406030204" pitchFamily="18" charset="0"/>
                                  <a:ea typeface="Cambria Math" panose="02040503050406030204" pitchFamily="18" charset="0"/>
                                </a:rPr>
                                <m:t>𝑗</m:t>
                              </m:r>
                            </m:sup>
                          </m:sSup>
                        </m:e>
                      </m:nary>
                    </m:oMath>
                  </m:oMathPara>
                </a14:m>
                <a:endParaRPr lang="fr-BE" sz="2800" dirty="0"/>
              </a:p>
              <a:p>
                <a:r>
                  <a:rPr lang="fr-BE" sz="2800" dirty="0"/>
                  <a:t>Gain, phase</a:t>
                </a:r>
              </a:p>
              <a:p>
                <a:pPr marL="457200" lvl="1" indent="0" algn="ctr">
                  <a:buNone/>
                </a:pPr>
                <a:r>
                  <a:rPr lang="en-GB" sz="2400" dirty="0"/>
                  <a:t>|</a:t>
                </a:r>
                <a14:m>
                  <m:oMath xmlns:m="http://schemas.openxmlformats.org/officeDocument/2006/math">
                    <m:sSub>
                      <m:sSubPr>
                        <m:ctrlPr>
                          <a:rPr lang="fr-BE" sz="2400" b="0" i="1" smtClean="0">
                            <a:latin typeface="Cambria Math" panose="02040503050406030204" pitchFamily="18" charset="0"/>
                          </a:rPr>
                        </m:ctrlPr>
                      </m:sSubPr>
                      <m:e>
                        <m:r>
                          <a:rPr lang="fr-BE" sz="2400" b="0" i="1" smtClean="0">
                            <a:latin typeface="Cambria Math" panose="02040503050406030204" pitchFamily="18" charset="0"/>
                          </a:rPr>
                          <m:t>𝐹</m:t>
                        </m:r>
                      </m:e>
                      <m:sub>
                        <m:r>
                          <a:rPr lang="fr-BE" sz="2400" b="0" i="1" smtClean="0">
                            <a:latin typeface="Cambria Math" panose="02040503050406030204" pitchFamily="18" charset="0"/>
                          </a:rPr>
                          <m:t>𝑡</m:t>
                        </m:r>
                      </m:sub>
                    </m:sSub>
                    <m:d>
                      <m:dPr>
                        <m:ctrlPr>
                          <a:rPr lang="fr-BE" sz="2400" b="0" i="1" smtClean="0">
                            <a:latin typeface="Cambria Math" panose="02040503050406030204" pitchFamily="18" charset="0"/>
                            <a:ea typeface="Cambria Math" panose="02040503050406030204" pitchFamily="18" charset="0"/>
                          </a:rPr>
                        </m:ctrlPr>
                      </m:dPr>
                      <m:e>
                        <m:r>
                          <a:rPr lang="fr-BE" sz="2400" b="0" i="1" smtClean="0">
                            <a:latin typeface="Cambria Math" panose="02040503050406030204" pitchFamily="18" charset="0"/>
                            <a:ea typeface="Cambria Math" panose="02040503050406030204" pitchFamily="18" charset="0"/>
                          </a:rPr>
                          <m:t>𝜔</m:t>
                        </m:r>
                      </m:e>
                    </m:d>
                    <m:r>
                      <a:rPr lang="fr-BE" sz="2400" b="0" i="1" smtClean="0">
                        <a:latin typeface="Cambria Math" panose="02040503050406030204" pitchFamily="18" charset="0"/>
                        <a:ea typeface="Cambria Math" panose="02040503050406030204" pitchFamily="18" charset="0"/>
                      </a:rPr>
                      <m:t>|, </m:t>
                    </m:r>
                    <m:r>
                      <m:rPr>
                        <m:sty m:val="p"/>
                      </m:rPr>
                      <a:rPr lang="fr-BE" sz="2400" b="0" i="0" smtClean="0">
                        <a:latin typeface="Cambria Math" panose="02040503050406030204" pitchFamily="18" charset="0"/>
                        <a:ea typeface="Cambria Math" panose="02040503050406030204" pitchFamily="18" charset="0"/>
                      </a:rPr>
                      <m:t>arg</m:t>
                    </m:r>
                    <m:r>
                      <a:rPr lang="fr-BE" sz="2400" b="0" i="1" smtClean="0">
                        <a:latin typeface="Cambria Math" panose="02040503050406030204" pitchFamily="18" charset="0"/>
                        <a:ea typeface="Cambria Math" panose="02040503050406030204" pitchFamily="18" charset="0"/>
                      </a:rPr>
                      <m:t>⁡(</m:t>
                    </m:r>
                    <m:sSub>
                      <m:sSubPr>
                        <m:ctrlPr>
                          <a:rPr lang="fr-BE" sz="2400" i="1">
                            <a:latin typeface="Cambria Math" panose="02040503050406030204" pitchFamily="18" charset="0"/>
                          </a:rPr>
                        </m:ctrlPr>
                      </m:sSubPr>
                      <m:e>
                        <m:r>
                          <a:rPr lang="fr-BE" sz="2400" i="1">
                            <a:latin typeface="Cambria Math" panose="02040503050406030204" pitchFamily="18" charset="0"/>
                          </a:rPr>
                          <m:t>𝐹</m:t>
                        </m:r>
                      </m:e>
                      <m:sub>
                        <m:r>
                          <a:rPr lang="fr-BE" sz="2400" i="1">
                            <a:latin typeface="Cambria Math" panose="02040503050406030204" pitchFamily="18" charset="0"/>
                          </a:rPr>
                          <m:t>𝑡</m:t>
                        </m:r>
                      </m:sub>
                    </m:sSub>
                    <m:d>
                      <m:dPr>
                        <m:ctrlPr>
                          <a:rPr lang="fr-BE" sz="2400" i="1">
                            <a:latin typeface="Cambria Math" panose="02040503050406030204" pitchFamily="18" charset="0"/>
                            <a:ea typeface="Cambria Math" panose="02040503050406030204" pitchFamily="18" charset="0"/>
                          </a:rPr>
                        </m:ctrlPr>
                      </m:dPr>
                      <m:e>
                        <m:r>
                          <a:rPr lang="fr-BE" sz="2400" i="1">
                            <a:latin typeface="Cambria Math" panose="02040503050406030204" pitchFamily="18" charset="0"/>
                            <a:ea typeface="Cambria Math" panose="02040503050406030204" pitchFamily="18" charset="0"/>
                          </a:rPr>
                          <m:t>𝜔</m:t>
                        </m:r>
                      </m:e>
                    </m:d>
                  </m:oMath>
                </a14:m>
                <a:endParaRPr lang="fr-BE" sz="2400" dirty="0"/>
              </a:p>
              <a:p>
                <a:endParaRPr lang="fr-BE" sz="2800" dirty="0"/>
              </a:p>
              <a:p>
                <a:endParaRPr lang="fr-BE" dirty="0"/>
              </a:p>
              <a:p>
                <a:endParaRPr lang="en-GB" dirty="0"/>
              </a:p>
            </p:txBody>
          </p:sp>
        </mc:Choice>
        <mc:Fallback>
          <p:sp>
            <p:nvSpPr>
              <p:cNvPr id="3" name="Espace réservé du contenu 2">
                <a:extLst>
                  <a:ext uri="{FF2B5EF4-FFF2-40B4-BE49-F238E27FC236}">
                    <a16:creationId xmlns:a16="http://schemas.microsoft.com/office/drawing/2014/main" id="{8D7DF6E2-02FC-6BF7-74B0-85D355BE619F}"/>
                  </a:ext>
                </a:extLst>
              </p:cNvPr>
              <p:cNvSpPr>
                <a:spLocks noGrp="1" noRot="1" noChangeAspect="1" noMove="1" noResize="1" noEditPoints="1" noAdjustHandles="1" noChangeArrowheads="1" noChangeShapeType="1" noTextEdit="1"/>
              </p:cNvSpPr>
              <p:nvPr>
                <p:ph sz="half" idx="2"/>
              </p:nvPr>
            </p:nvSpPr>
            <p:spPr>
              <a:blipFill>
                <a:blip r:embed="rId2"/>
                <a:stretch>
                  <a:fillRect l="-754" t="-1974"/>
                </a:stretch>
              </a:blipFill>
            </p:spPr>
            <p:txBody>
              <a:bodyPr/>
              <a:lstStyle/>
              <a:p>
                <a:r>
                  <a:rPr lang="en-GB">
                    <a:noFill/>
                  </a:rPr>
                  <a:t> </a:t>
                </a:r>
              </a:p>
            </p:txBody>
          </p:sp>
        </mc:Fallback>
      </mc:AlternateContent>
      <p:sp>
        <p:nvSpPr>
          <p:cNvPr id="5" name="Espace réservé du pied de page 4">
            <a:extLst>
              <a:ext uri="{FF2B5EF4-FFF2-40B4-BE49-F238E27FC236}">
                <a16:creationId xmlns:a16="http://schemas.microsoft.com/office/drawing/2014/main" id="{40520FB4-C277-A45E-92E8-2E9FC41465D3}"/>
              </a:ext>
            </a:extLst>
          </p:cNvPr>
          <p:cNvSpPr>
            <a:spLocks noGrp="1"/>
          </p:cNvSpPr>
          <p:nvPr>
            <p:ph type="ftr" sz="quarter" idx="4294967295"/>
          </p:nvPr>
        </p:nvSpPr>
        <p:spPr>
          <a:xfrm>
            <a:off x="0" y="0"/>
            <a:ext cx="0" cy="0"/>
          </a:xfrm>
        </p:spPr>
        <p:txBody>
          <a:bodyPr/>
          <a:lstStyle/>
          <a:p>
            <a:r>
              <a:rPr lang="en-GB"/>
              <a:t>Time Series</a:t>
            </a:r>
          </a:p>
        </p:txBody>
      </p:sp>
      <p:sp>
        <p:nvSpPr>
          <p:cNvPr id="4" name="Espace réservé du numéro de diapositive 3">
            <a:extLst>
              <a:ext uri="{FF2B5EF4-FFF2-40B4-BE49-F238E27FC236}">
                <a16:creationId xmlns:a16="http://schemas.microsoft.com/office/drawing/2014/main" id="{5E7C3401-7E2A-BED3-7424-3505A758F1FC}"/>
              </a:ext>
            </a:extLst>
          </p:cNvPr>
          <p:cNvSpPr>
            <a:spLocks noGrp="1"/>
          </p:cNvSpPr>
          <p:nvPr>
            <p:ph type="sldNum" idx="12"/>
          </p:nvPr>
        </p:nvSpPr>
        <p:spPr/>
        <p:txBody>
          <a:bodyPr/>
          <a:lstStyle/>
          <a:p>
            <a:fld id="{00000000-1234-1234-1234-123412341234}" type="slidenum">
              <a:rPr lang="en-GB" smtClean="0"/>
              <a:pPr/>
              <a:t>7</a:t>
            </a:fld>
            <a:endParaRPr lang="en-GB"/>
          </a:p>
        </p:txBody>
      </p:sp>
    </p:spTree>
    <p:extLst>
      <p:ext uri="{BB962C8B-B14F-4D97-AF65-F5344CB8AC3E}">
        <p14:creationId xmlns:p14="http://schemas.microsoft.com/office/powerpoint/2010/main" val="288706428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58D240-BAF4-8049-74E9-965BF5E3B5A2}"/>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2FA5598F-C847-FDC0-C7EE-F6CDA1841146}"/>
              </a:ext>
            </a:extLst>
          </p:cNvPr>
          <p:cNvSpPr>
            <a:spLocks noGrp="1"/>
          </p:cNvSpPr>
          <p:nvPr>
            <p:ph type="title"/>
          </p:nvPr>
        </p:nvSpPr>
        <p:spPr/>
        <p:txBody>
          <a:bodyPr/>
          <a:lstStyle/>
          <a:p>
            <a:r>
              <a:rPr lang="fr-BE" dirty="0"/>
              <a:t>3. </a:t>
            </a:r>
            <a:r>
              <a:rPr lang="fr-BE" dirty="0" err="1"/>
              <a:t>Linear</a:t>
            </a:r>
            <a:r>
              <a:rPr lang="fr-BE" dirty="0"/>
              <a:t> </a:t>
            </a:r>
            <a:r>
              <a:rPr lang="fr-BE" dirty="0" err="1"/>
              <a:t>filters</a:t>
            </a:r>
            <a:r>
              <a:rPr lang="fr-BE" dirty="0"/>
              <a:t>: </a:t>
            </a:r>
            <a:r>
              <a:rPr lang="fr-BE" dirty="0" err="1"/>
              <a:t>properties</a:t>
            </a:r>
            <a:endParaRPr lang="en-GB" dirty="0"/>
          </a:p>
        </p:txBody>
      </p:sp>
      <p:sp>
        <p:nvSpPr>
          <p:cNvPr id="4" name="Espace réservé du numéro de diapositive 3">
            <a:extLst>
              <a:ext uri="{FF2B5EF4-FFF2-40B4-BE49-F238E27FC236}">
                <a16:creationId xmlns:a16="http://schemas.microsoft.com/office/drawing/2014/main" id="{CFC8EC61-861F-7E48-9740-55292BB50B76}"/>
              </a:ext>
            </a:extLst>
          </p:cNvPr>
          <p:cNvSpPr>
            <a:spLocks noGrp="1"/>
          </p:cNvSpPr>
          <p:nvPr>
            <p:ph type="sldNum" idx="12"/>
          </p:nvPr>
        </p:nvSpPr>
        <p:spPr/>
        <p:txBody>
          <a:bodyPr/>
          <a:lstStyle/>
          <a:p>
            <a:fld id="{71CC62B1-FA1F-4849-B719-012F8D8A46B3}" type="slidenum">
              <a:rPr lang="en-GB" smtClean="0"/>
              <a:t>8</a:t>
            </a:fld>
            <a:endParaRPr lang="en-GB"/>
          </a:p>
        </p:txBody>
      </p:sp>
      <mc:AlternateContent xmlns:mc="http://schemas.openxmlformats.org/markup-compatibility/2006">
        <mc:Choice xmlns:a14="http://schemas.microsoft.com/office/drawing/2010/main" Requires="a14">
          <p:sp>
            <p:nvSpPr>
              <p:cNvPr id="3" name="Espace réservé du contenu 2">
                <a:extLst>
                  <a:ext uri="{FF2B5EF4-FFF2-40B4-BE49-F238E27FC236}">
                    <a16:creationId xmlns:a16="http://schemas.microsoft.com/office/drawing/2014/main" id="{148768B9-BE27-A6ED-6A56-A844613B329A}"/>
                  </a:ext>
                </a:extLst>
              </p:cNvPr>
              <p:cNvSpPr>
                <a:spLocks noGrp="1"/>
              </p:cNvSpPr>
              <p:nvPr>
                <p:ph sz="half" idx="2"/>
              </p:nvPr>
            </p:nvSpPr>
            <p:spPr/>
            <p:txBody>
              <a:bodyPr/>
              <a:lstStyle/>
              <a:p>
                <a14:m>
                  <m:oMath xmlns:m="http://schemas.openxmlformats.org/officeDocument/2006/math">
                    <m:sSub>
                      <m:sSubPr>
                        <m:ctrlPr>
                          <a:rPr lang="fr-BE" b="0" i="1" smtClean="0">
                            <a:latin typeface="Cambria Math" panose="02040503050406030204" pitchFamily="18" charset="0"/>
                          </a:rPr>
                        </m:ctrlPr>
                      </m:sSubPr>
                      <m:e>
                        <m:r>
                          <a:rPr lang="fr-BE" b="0" i="1" smtClean="0">
                            <a:latin typeface="Cambria Math" panose="02040503050406030204" pitchFamily="18" charset="0"/>
                          </a:rPr>
                          <m:t>𝑦</m:t>
                        </m:r>
                      </m:e>
                      <m:sub>
                        <m:r>
                          <a:rPr lang="fr-BE" b="0" i="1" smtClean="0">
                            <a:latin typeface="Cambria Math" panose="02040503050406030204" pitchFamily="18" charset="0"/>
                          </a:rPr>
                          <m:t>𝑡</m:t>
                        </m:r>
                      </m:sub>
                    </m:sSub>
                    <m:r>
                      <a:rPr lang="fr-BE" b="0" i="1" smtClean="0">
                        <a:latin typeface="Cambria Math" panose="02040503050406030204" pitchFamily="18" charset="0"/>
                      </a:rPr>
                      <m:t>=</m:t>
                    </m:r>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i="1">
                            <a:latin typeface="Cambria Math" panose="02040503050406030204" pitchFamily="18" charset="0"/>
                          </a:rPr>
                          <m:t>𝑡</m:t>
                        </m:r>
                      </m:sub>
                    </m:sSub>
                    <m:r>
                      <a:rPr lang="fr-BE" b="0" i="1" smtClean="0">
                        <a:latin typeface="Cambria Math" panose="02040503050406030204" pitchFamily="18" charset="0"/>
                      </a:rPr>
                      <m:t>−</m:t>
                    </m:r>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i="1">
                            <a:latin typeface="Cambria Math" panose="02040503050406030204" pitchFamily="18" charset="0"/>
                          </a:rPr>
                          <m:t>𝑡</m:t>
                        </m:r>
                        <m:r>
                          <a:rPr lang="fr-BE" b="0" i="1" smtClean="0">
                            <a:latin typeface="Cambria Math" panose="02040503050406030204" pitchFamily="18" charset="0"/>
                          </a:rPr>
                          <m:t>−1</m:t>
                        </m:r>
                      </m:sub>
                    </m:sSub>
                  </m:oMath>
                </a14:m>
                <a:endParaRPr lang="fr-BE" dirty="0"/>
              </a:p>
              <a:p>
                <a:endParaRPr lang="fr-BE" dirty="0"/>
              </a:p>
              <a:p>
                <a:endParaRPr lang="en-GB" dirty="0"/>
              </a:p>
            </p:txBody>
          </p:sp>
        </mc:Choice>
        <mc:Fallback>
          <p:sp>
            <p:nvSpPr>
              <p:cNvPr id="3" name="Espace réservé du contenu 2">
                <a:extLst>
                  <a:ext uri="{FF2B5EF4-FFF2-40B4-BE49-F238E27FC236}">
                    <a16:creationId xmlns:a16="http://schemas.microsoft.com/office/drawing/2014/main" id="{148768B9-BE27-A6ED-6A56-A844613B329A}"/>
                  </a:ext>
                </a:extLst>
              </p:cNvPr>
              <p:cNvSpPr>
                <a:spLocks noGrp="1" noRot="1" noChangeAspect="1" noMove="1" noResize="1" noEditPoints="1" noAdjustHandles="1" noChangeArrowheads="1" noChangeShapeType="1" noTextEdit="1"/>
              </p:cNvSpPr>
              <p:nvPr>
                <p:ph sz="half" idx="2"/>
              </p:nvPr>
            </p:nvSpPr>
            <p:spPr>
              <a:blipFill>
                <a:blip r:embed="rId2"/>
                <a:stretch>
                  <a:fillRect l="-754" t="-1858"/>
                </a:stretch>
              </a:blipFill>
            </p:spPr>
            <p:txBody>
              <a:bodyPr/>
              <a:lstStyle/>
              <a:p>
                <a:r>
                  <a:rPr lang="en-GB">
                    <a:noFill/>
                  </a:rPr>
                  <a:t> </a:t>
                </a:r>
              </a:p>
            </p:txBody>
          </p:sp>
        </mc:Fallback>
      </mc:AlternateContent>
      <p:sp>
        <p:nvSpPr>
          <p:cNvPr id="5" name="Espace réservé du pied de page 4">
            <a:extLst>
              <a:ext uri="{FF2B5EF4-FFF2-40B4-BE49-F238E27FC236}">
                <a16:creationId xmlns:a16="http://schemas.microsoft.com/office/drawing/2014/main" id="{9E5B8E02-226F-E162-22E1-F0B9ECA05B9E}"/>
              </a:ext>
            </a:extLst>
          </p:cNvPr>
          <p:cNvSpPr>
            <a:spLocks noGrp="1"/>
          </p:cNvSpPr>
          <p:nvPr>
            <p:ph type="ftr" sz="quarter" idx="4294967295"/>
          </p:nvPr>
        </p:nvSpPr>
        <p:spPr>
          <a:xfrm>
            <a:off x="0" y="0"/>
            <a:ext cx="0" cy="0"/>
          </a:xfrm>
        </p:spPr>
        <p:txBody>
          <a:bodyPr/>
          <a:lstStyle/>
          <a:p>
            <a:r>
              <a:rPr lang="en-GB"/>
              <a:t>Time Series</a:t>
            </a:r>
          </a:p>
        </p:txBody>
      </p:sp>
      <p:pic>
        <p:nvPicPr>
          <p:cNvPr id="7" name="Image 6">
            <a:extLst>
              <a:ext uri="{FF2B5EF4-FFF2-40B4-BE49-F238E27FC236}">
                <a16:creationId xmlns:a16="http://schemas.microsoft.com/office/drawing/2014/main" id="{3F1E5657-8A36-F64D-35CB-9BA1D85D623E}"/>
              </a:ext>
            </a:extLst>
          </p:cNvPr>
          <p:cNvPicPr>
            <a:picLocks noChangeAspect="1"/>
          </p:cNvPicPr>
          <p:nvPr/>
        </p:nvPicPr>
        <p:blipFill>
          <a:blip r:embed="rId3"/>
          <a:stretch>
            <a:fillRect/>
          </a:stretch>
        </p:blipFill>
        <p:spPr>
          <a:xfrm>
            <a:off x="428617" y="1938333"/>
            <a:ext cx="4349160" cy="2052641"/>
          </a:xfrm>
          <a:prstGeom prst="rect">
            <a:avLst/>
          </a:prstGeom>
        </p:spPr>
      </p:pic>
      <p:pic>
        <p:nvPicPr>
          <p:cNvPr id="10" name="Image 9">
            <a:extLst>
              <a:ext uri="{FF2B5EF4-FFF2-40B4-BE49-F238E27FC236}">
                <a16:creationId xmlns:a16="http://schemas.microsoft.com/office/drawing/2014/main" id="{CE019A50-4C1D-FF70-BAF3-352E404514CA}"/>
              </a:ext>
            </a:extLst>
          </p:cNvPr>
          <p:cNvPicPr>
            <a:picLocks noChangeAspect="1"/>
          </p:cNvPicPr>
          <p:nvPr/>
        </p:nvPicPr>
        <p:blipFill>
          <a:blip r:embed="rId4"/>
          <a:stretch>
            <a:fillRect/>
          </a:stretch>
        </p:blipFill>
        <p:spPr>
          <a:xfrm>
            <a:off x="5493185" y="1385887"/>
            <a:ext cx="5222439" cy="2366963"/>
          </a:xfrm>
          <a:prstGeom prst="rect">
            <a:avLst/>
          </a:prstGeom>
        </p:spPr>
      </p:pic>
      <p:pic>
        <p:nvPicPr>
          <p:cNvPr id="13" name="Image 12">
            <a:extLst>
              <a:ext uri="{FF2B5EF4-FFF2-40B4-BE49-F238E27FC236}">
                <a16:creationId xmlns:a16="http://schemas.microsoft.com/office/drawing/2014/main" id="{A9AA7998-12F1-5832-B795-B54733AE745F}"/>
              </a:ext>
            </a:extLst>
          </p:cNvPr>
          <p:cNvPicPr>
            <a:picLocks noChangeAspect="1"/>
          </p:cNvPicPr>
          <p:nvPr/>
        </p:nvPicPr>
        <p:blipFill>
          <a:blip r:embed="rId5"/>
          <a:stretch>
            <a:fillRect/>
          </a:stretch>
        </p:blipFill>
        <p:spPr>
          <a:xfrm>
            <a:off x="5520828" y="3828027"/>
            <a:ext cx="5222440" cy="2366963"/>
          </a:xfrm>
          <a:prstGeom prst="rect">
            <a:avLst/>
          </a:prstGeom>
        </p:spPr>
      </p:pic>
    </p:spTree>
    <p:extLst>
      <p:ext uri="{BB962C8B-B14F-4D97-AF65-F5344CB8AC3E}">
        <p14:creationId xmlns:p14="http://schemas.microsoft.com/office/powerpoint/2010/main" val="1343651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53E758-16F9-47BC-B0E5-95DBD0E06E1C}"/>
              </a:ext>
            </a:extLst>
          </p:cNvPr>
          <p:cNvSpPr>
            <a:spLocks noGrp="1"/>
          </p:cNvSpPr>
          <p:nvPr>
            <p:ph type="title"/>
          </p:nvPr>
        </p:nvSpPr>
        <p:spPr/>
        <p:txBody>
          <a:bodyPr/>
          <a:lstStyle/>
          <a:p>
            <a:r>
              <a:rPr lang="en-GB" dirty="0"/>
              <a:t>4. Stationarity</a:t>
            </a:r>
          </a:p>
        </p:txBody>
      </p:sp>
      <p:sp>
        <p:nvSpPr>
          <p:cNvPr id="4" name="Espace réservé du numéro de diapositive 3">
            <a:extLst>
              <a:ext uri="{FF2B5EF4-FFF2-40B4-BE49-F238E27FC236}">
                <a16:creationId xmlns:a16="http://schemas.microsoft.com/office/drawing/2014/main" id="{97D4F089-3EFB-24DC-24F0-6DCC0815AD66}"/>
              </a:ext>
            </a:extLst>
          </p:cNvPr>
          <p:cNvSpPr>
            <a:spLocks noGrp="1"/>
          </p:cNvSpPr>
          <p:nvPr>
            <p:ph type="sldNum" idx="12"/>
          </p:nvPr>
        </p:nvSpPr>
        <p:spPr/>
        <p:txBody>
          <a:bodyPr/>
          <a:lstStyle/>
          <a:p>
            <a:fld id="{71CC62B1-FA1F-4849-B719-012F8D8A46B3}" type="slidenum">
              <a:rPr lang="en-GB" smtClean="0"/>
              <a:t>9</a:t>
            </a:fld>
            <a:endParaRPr lang="en-GB"/>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F87AC310-7850-454C-AB59-FADCC6FD55FC}"/>
                  </a:ext>
                </a:extLst>
              </p:cNvPr>
              <p:cNvSpPr>
                <a:spLocks noGrp="1"/>
              </p:cNvSpPr>
              <p:nvPr>
                <p:ph sz="half" idx="2"/>
              </p:nvPr>
            </p:nvSpPr>
            <p:spPr/>
            <p:txBody>
              <a:bodyPr>
                <a:normAutofit/>
              </a:bodyPr>
              <a:lstStyle/>
              <a:p>
                <a:pPr algn="l"/>
                <a:r>
                  <a:rPr lang="en-US" sz="2400" b="0" i="0" u="none" strike="noStrike" baseline="0" dirty="0">
                    <a:solidFill>
                      <a:srgbClr val="23373B"/>
                    </a:solidFill>
                    <a:latin typeface="F17"/>
                  </a:rPr>
                  <a:t>A series is said stationary at the second order, if its mean and variance do not depend on time and if the covariance between lagged series only depends on the difference between lags.</a:t>
                </a:r>
              </a:p>
              <a:p>
                <a:pPr algn="l"/>
                <a:r>
                  <a:rPr lang="en-GB" sz="2400" dirty="0"/>
                  <a:t>Many statistical tools/algorithms only apply on stationary time series</a:t>
                </a:r>
              </a:p>
              <a:p>
                <a:pPr algn="l"/>
                <a:endParaRPr lang="en-GB" sz="2400" dirty="0"/>
              </a:p>
              <a:p>
                <a:pPr algn="l"/>
                <a:r>
                  <a:rPr lang="en-GB" sz="2400" dirty="0"/>
                  <a:t>Most economic time series are non-stationary</a:t>
                </a:r>
              </a:p>
              <a:p>
                <a:pPr algn="l"/>
                <a:r>
                  <a:rPr lang="en-GB" sz="2400" dirty="0"/>
                  <a:t>(Simple) solutions</a:t>
                </a:r>
              </a:p>
              <a:p>
                <a:pPr lvl="1"/>
                <a:r>
                  <a:rPr lang="en-GB" sz="2000" dirty="0"/>
                  <a:t>Log-transformation</a:t>
                </a:r>
              </a:p>
              <a:p>
                <a:pPr lvl="1"/>
                <a:r>
                  <a:rPr lang="en-GB" sz="2000" dirty="0"/>
                  <a:t>Differencing </a:t>
                </a:r>
              </a:p>
              <a:p>
                <a:pPr lvl="2"/>
                <a14:m>
                  <m:oMath xmlns:m="http://schemas.openxmlformats.org/officeDocument/2006/math">
                    <m:sSub>
                      <m:sSubPr>
                        <m:ctrlPr>
                          <a:rPr lang="fr-BE" sz="1600" b="0" i="1" smtClean="0">
                            <a:latin typeface="Cambria Math" panose="02040503050406030204" pitchFamily="18" charset="0"/>
                          </a:rPr>
                        </m:ctrlPr>
                      </m:sSubPr>
                      <m:e>
                        <m:r>
                          <a:rPr lang="fr-BE" sz="1600" b="0" i="1" smtClean="0">
                            <a:latin typeface="Cambria Math" panose="02040503050406030204" pitchFamily="18" charset="0"/>
                          </a:rPr>
                          <m:t>𝑦</m:t>
                        </m:r>
                      </m:e>
                      <m:sub>
                        <m:r>
                          <a:rPr lang="fr-BE" sz="1600" b="0" i="1" smtClean="0">
                            <a:latin typeface="Cambria Math" panose="02040503050406030204" pitchFamily="18" charset="0"/>
                          </a:rPr>
                          <m:t>𝑡</m:t>
                        </m:r>
                      </m:sub>
                    </m:sSub>
                    <m:r>
                      <a:rPr lang="fr-BE" sz="1600" b="0" i="1" smtClean="0">
                        <a:latin typeface="Cambria Math" panose="02040503050406030204" pitchFamily="18" charset="0"/>
                      </a:rPr>
                      <m:t>=</m:t>
                    </m:r>
                    <m:sSub>
                      <m:sSubPr>
                        <m:ctrlPr>
                          <a:rPr lang="fr-BE" sz="1600" b="0" i="1" smtClean="0">
                            <a:latin typeface="Cambria Math" panose="02040503050406030204" pitchFamily="18" charset="0"/>
                          </a:rPr>
                        </m:ctrlPr>
                      </m:sSubPr>
                      <m:e>
                        <m:r>
                          <a:rPr lang="fr-BE" sz="1600" b="0" i="1" smtClean="0">
                            <a:latin typeface="Cambria Math" panose="02040503050406030204" pitchFamily="18" charset="0"/>
                          </a:rPr>
                          <m:t>𝑥</m:t>
                        </m:r>
                      </m:e>
                      <m:sub>
                        <m:r>
                          <a:rPr lang="fr-BE" sz="1600" b="0" i="1" smtClean="0">
                            <a:latin typeface="Cambria Math" panose="02040503050406030204" pitchFamily="18" charset="0"/>
                          </a:rPr>
                          <m:t>𝑡</m:t>
                        </m:r>
                      </m:sub>
                    </m:sSub>
                    <m:r>
                      <a:rPr lang="fr-BE" sz="1600" b="0" i="1" smtClean="0">
                        <a:latin typeface="Cambria Math" panose="02040503050406030204" pitchFamily="18" charset="0"/>
                      </a:rPr>
                      <m:t>−</m:t>
                    </m:r>
                    <m:sSub>
                      <m:sSubPr>
                        <m:ctrlPr>
                          <a:rPr lang="fr-BE" sz="1600" b="0" i="1" smtClean="0">
                            <a:latin typeface="Cambria Math" panose="02040503050406030204" pitchFamily="18" charset="0"/>
                          </a:rPr>
                        </m:ctrlPr>
                      </m:sSubPr>
                      <m:e>
                        <m:r>
                          <a:rPr lang="fr-BE" sz="1600" b="0" i="1" smtClean="0">
                            <a:latin typeface="Cambria Math" panose="02040503050406030204" pitchFamily="18" charset="0"/>
                          </a:rPr>
                          <m:t>𝑥</m:t>
                        </m:r>
                      </m:e>
                      <m:sub>
                        <m:r>
                          <a:rPr lang="fr-BE" sz="1600" b="0" i="1" smtClean="0">
                            <a:latin typeface="Cambria Math" panose="02040503050406030204" pitchFamily="18" charset="0"/>
                          </a:rPr>
                          <m:t>𝑡</m:t>
                        </m:r>
                        <m:r>
                          <a:rPr lang="fr-BE" sz="1600" b="0" i="1" smtClean="0">
                            <a:latin typeface="Cambria Math" panose="02040503050406030204" pitchFamily="18" charset="0"/>
                          </a:rPr>
                          <m:t>−1</m:t>
                        </m:r>
                      </m:sub>
                    </m:sSub>
                  </m:oMath>
                </a14:m>
                <a:endParaRPr lang="en-GB" sz="1600" dirty="0"/>
              </a:p>
              <a:p>
                <a:pPr lvl="2"/>
                <a14:m>
                  <m:oMath xmlns:m="http://schemas.openxmlformats.org/officeDocument/2006/math">
                    <m:sSub>
                      <m:sSubPr>
                        <m:ctrlPr>
                          <a:rPr lang="fr-BE" sz="1600" b="0" i="1" smtClean="0">
                            <a:latin typeface="Cambria Math" panose="02040503050406030204" pitchFamily="18" charset="0"/>
                          </a:rPr>
                        </m:ctrlPr>
                      </m:sSubPr>
                      <m:e>
                        <m:r>
                          <a:rPr lang="fr-BE" sz="1600" b="0" i="1" smtClean="0">
                            <a:latin typeface="Cambria Math" panose="02040503050406030204" pitchFamily="18" charset="0"/>
                          </a:rPr>
                          <m:t>𝑦</m:t>
                        </m:r>
                      </m:e>
                      <m:sub>
                        <m:r>
                          <a:rPr lang="fr-BE" sz="1600" b="0" i="1" smtClean="0">
                            <a:latin typeface="Cambria Math" panose="02040503050406030204" pitchFamily="18" charset="0"/>
                          </a:rPr>
                          <m:t>𝑡</m:t>
                        </m:r>
                      </m:sub>
                    </m:sSub>
                    <m:r>
                      <a:rPr lang="fr-BE" sz="1600" b="0" i="1" smtClean="0">
                        <a:latin typeface="Cambria Math" panose="02040503050406030204" pitchFamily="18" charset="0"/>
                      </a:rPr>
                      <m:t>=</m:t>
                    </m:r>
                    <m:sSub>
                      <m:sSubPr>
                        <m:ctrlPr>
                          <a:rPr lang="fr-BE" sz="1600" b="0" i="1" smtClean="0">
                            <a:latin typeface="Cambria Math" panose="02040503050406030204" pitchFamily="18" charset="0"/>
                          </a:rPr>
                        </m:ctrlPr>
                      </m:sSubPr>
                      <m:e>
                        <m:r>
                          <a:rPr lang="fr-BE" sz="1600" b="0" i="1" smtClean="0">
                            <a:latin typeface="Cambria Math" panose="02040503050406030204" pitchFamily="18" charset="0"/>
                          </a:rPr>
                          <m:t>𝑥</m:t>
                        </m:r>
                      </m:e>
                      <m:sub>
                        <m:r>
                          <a:rPr lang="fr-BE" sz="1600" b="0" i="1" smtClean="0">
                            <a:latin typeface="Cambria Math" panose="02040503050406030204" pitchFamily="18" charset="0"/>
                          </a:rPr>
                          <m:t>𝑡</m:t>
                        </m:r>
                      </m:sub>
                    </m:sSub>
                    <m:r>
                      <a:rPr lang="fr-BE" sz="1600" b="0" i="1" smtClean="0">
                        <a:latin typeface="Cambria Math" panose="02040503050406030204" pitchFamily="18" charset="0"/>
                      </a:rPr>
                      <m:t>−</m:t>
                    </m:r>
                    <m:sSub>
                      <m:sSubPr>
                        <m:ctrlPr>
                          <a:rPr lang="fr-BE" sz="1600" b="0" i="1" smtClean="0">
                            <a:latin typeface="Cambria Math" panose="02040503050406030204" pitchFamily="18" charset="0"/>
                          </a:rPr>
                        </m:ctrlPr>
                      </m:sSubPr>
                      <m:e>
                        <m:r>
                          <a:rPr lang="fr-BE" sz="1600" b="0" i="1" smtClean="0">
                            <a:latin typeface="Cambria Math" panose="02040503050406030204" pitchFamily="18" charset="0"/>
                          </a:rPr>
                          <m:t>𝑥</m:t>
                        </m:r>
                      </m:e>
                      <m:sub>
                        <m:r>
                          <a:rPr lang="fr-BE" sz="1600" b="0" i="1" smtClean="0">
                            <a:latin typeface="Cambria Math" panose="02040503050406030204" pitchFamily="18" charset="0"/>
                          </a:rPr>
                          <m:t>𝑡</m:t>
                        </m:r>
                        <m:r>
                          <a:rPr lang="fr-BE" sz="1600" b="0" i="1" smtClean="0">
                            <a:latin typeface="Cambria Math" panose="02040503050406030204" pitchFamily="18" charset="0"/>
                          </a:rPr>
                          <m:t>−</m:t>
                        </m:r>
                        <m:r>
                          <a:rPr lang="fr-BE" sz="1600" b="0" i="1" smtClean="0">
                            <a:latin typeface="Cambria Math" panose="02040503050406030204" pitchFamily="18" charset="0"/>
                          </a:rPr>
                          <m:t>𝑠</m:t>
                        </m:r>
                      </m:sub>
                    </m:sSub>
                  </m:oMath>
                </a14:m>
                <a:endParaRPr lang="en-GB" sz="1600" dirty="0"/>
              </a:p>
            </p:txBody>
          </p:sp>
        </mc:Choice>
        <mc:Fallback>
          <p:sp>
            <p:nvSpPr>
              <p:cNvPr id="3" name="Content Placeholder 2">
                <a:extLst>
                  <a:ext uri="{FF2B5EF4-FFF2-40B4-BE49-F238E27FC236}">
                    <a16:creationId xmlns:a16="http://schemas.microsoft.com/office/drawing/2014/main" id="{F87AC310-7850-454C-AB59-FADCC6FD55FC}"/>
                  </a:ext>
                </a:extLst>
              </p:cNvPr>
              <p:cNvSpPr>
                <a:spLocks noGrp="1" noRot="1" noChangeAspect="1" noMove="1" noResize="1" noEditPoints="1" noAdjustHandles="1" noChangeArrowheads="1" noChangeShapeType="1" noTextEdit="1"/>
              </p:cNvSpPr>
              <p:nvPr>
                <p:ph sz="half" idx="2"/>
              </p:nvPr>
            </p:nvSpPr>
            <p:spPr>
              <a:blipFill>
                <a:blip r:embed="rId2"/>
                <a:stretch>
                  <a:fillRect l="-754" t="-1626"/>
                </a:stretch>
              </a:blipFill>
            </p:spPr>
            <p:txBody>
              <a:bodyPr/>
              <a:lstStyle/>
              <a:p>
                <a:r>
                  <a:rPr lang="en-GB">
                    <a:noFill/>
                  </a:rPr>
                  <a:t> </a:t>
                </a:r>
              </a:p>
            </p:txBody>
          </p:sp>
        </mc:Fallback>
      </mc:AlternateContent>
      <p:sp>
        <p:nvSpPr>
          <p:cNvPr id="5" name="Footer Placeholder 4">
            <a:extLst>
              <a:ext uri="{FF2B5EF4-FFF2-40B4-BE49-F238E27FC236}">
                <a16:creationId xmlns:a16="http://schemas.microsoft.com/office/drawing/2014/main" id="{37831EA0-1B43-4A10-BD55-ED9B42C3EB21}"/>
              </a:ext>
            </a:extLst>
          </p:cNvPr>
          <p:cNvSpPr>
            <a:spLocks noGrp="1"/>
          </p:cNvSpPr>
          <p:nvPr>
            <p:ph type="ftr" sz="quarter" idx="4294967295"/>
          </p:nvPr>
        </p:nvSpPr>
        <p:spPr>
          <a:xfrm>
            <a:off x="0" y="0"/>
            <a:ext cx="0" cy="0"/>
          </a:xfrm>
        </p:spPr>
        <p:txBody>
          <a:bodyPr/>
          <a:lstStyle/>
          <a:p>
            <a:r>
              <a:rPr lang="en-GB"/>
              <a:t>Time Series</a:t>
            </a:r>
          </a:p>
        </p:txBody>
      </p:sp>
    </p:spTree>
    <p:extLst>
      <p:ext uri="{BB962C8B-B14F-4D97-AF65-F5344CB8AC3E}">
        <p14:creationId xmlns:p14="http://schemas.microsoft.com/office/powerpoint/2010/main" val="391047688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C6ADCE-E55F-41E5-BF51-74F84110E5C8}"/>
              </a:ext>
            </a:extLst>
          </p:cNvPr>
          <p:cNvSpPr>
            <a:spLocks noGrp="1"/>
          </p:cNvSpPr>
          <p:nvPr>
            <p:ph type="title"/>
          </p:nvPr>
        </p:nvSpPr>
        <p:spPr/>
        <p:txBody>
          <a:bodyPr/>
          <a:lstStyle/>
          <a:p>
            <a:r>
              <a:rPr lang="en-GB" dirty="0"/>
              <a:t>Stationary series</a:t>
            </a:r>
          </a:p>
        </p:txBody>
      </p:sp>
      <p:sp>
        <p:nvSpPr>
          <p:cNvPr id="3" name="Espace réservé du numéro de diapositive 2">
            <a:extLst>
              <a:ext uri="{FF2B5EF4-FFF2-40B4-BE49-F238E27FC236}">
                <a16:creationId xmlns:a16="http://schemas.microsoft.com/office/drawing/2014/main" id="{E85E42A2-CFF8-9648-52A7-28EAE25A4AA3}"/>
              </a:ext>
            </a:extLst>
          </p:cNvPr>
          <p:cNvSpPr>
            <a:spLocks noGrp="1"/>
          </p:cNvSpPr>
          <p:nvPr>
            <p:ph type="sldNum" idx="12"/>
          </p:nvPr>
        </p:nvSpPr>
        <p:spPr/>
        <p:txBody>
          <a:bodyPr/>
          <a:lstStyle/>
          <a:p>
            <a:fld id="{71CC62B1-FA1F-4849-B719-012F8D8A46B3}" type="slidenum">
              <a:rPr lang="en-GB" smtClean="0"/>
              <a:t>10</a:t>
            </a:fld>
            <a:endParaRPr lang="en-GB"/>
          </a:p>
        </p:txBody>
      </p:sp>
      <p:pic>
        <p:nvPicPr>
          <p:cNvPr id="7" name="Content Placeholder 6">
            <a:extLst>
              <a:ext uri="{FF2B5EF4-FFF2-40B4-BE49-F238E27FC236}">
                <a16:creationId xmlns:a16="http://schemas.microsoft.com/office/drawing/2014/main" id="{FC4EAA75-22D5-44DD-9FB2-23400764B27F}"/>
              </a:ext>
            </a:extLst>
          </p:cNvPr>
          <p:cNvPicPr>
            <a:picLocks noGrp="1" noChangeAspect="1"/>
          </p:cNvPicPr>
          <p:nvPr>
            <p:ph sz="half" idx="2"/>
          </p:nvPr>
        </p:nvPicPr>
        <p:blipFill>
          <a:blip r:embed="rId2"/>
          <a:stretch>
            <a:fillRect/>
          </a:stretch>
        </p:blipFill>
        <p:spPr>
          <a:xfrm>
            <a:off x="1478888" y="1437966"/>
            <a:ext cx="9497750" cy="4420217"/>
          </a:xfrm>
        </p:spPr>
      </p:pic>
      <p:sp>
        <p:nvSpPr>
          <p:cNvPr id="5" name="Footer Placeholder 4">
            <a:extLst>
              <a:ext uri="{FF2B5EF4-FFF2-40B4-BE49-F238E27FC236}">
                <a16:creationId xmlns:a16="http://schemas.microsoft.com/office/drawing/2014/main" id="{CF760A3E-26C7-487E-AB90-5224597BB540}"/>
              </a:ext>
            </a:extLst>
          </p:cNvPr>
          <p:cNvSpPr>
            <a:spLocks noGrp="1"/>
          </p:cNvSpPr>
          <p:nvPr>
            <p:ph type="ftr" sz="quarter" idx="4294967295"/>
          </p:nvPr>
        </p:nvSpPr>
        <p:spPr>
          <a:xfrm>
            <a:off x="0" y="0"/>
            <a:ext cx="0" cy="0"/>
          </a:xfrm>
        </p:spPr>
        <p:txBody>
          <a:bodyPr/>
          <a:lstStyle/>
          <a:p>
            <a:r>
              <a:rPr lang="en-GB"/>
              <a:t>Time Series</a:t>
            </a:r>
          </a:p>
        </p:txBody>
      </p:sp>
    </p:spTree>
    <p:extLst>
      <p:ext uri="{BB962C8B-B14F-4D97-AF65-F5344CB8AC3E}">
        <p14:creationId xmlns:p14="http://schemas.microsoft.com/office/powerpoint/2010/main" val="142573245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484B7A-58FB-4EC6-BEF8-563ABBDABC71}"/>
              </a:ext>
            </a:extLst>
          </p:cNvPr>
          <p:cNvSpPr>
            <a:spLocks noGrp="1"/>
          </p:cNvSpPr>
          <p:nvPr>
            <p:ph type="title"/>
          </p:nvPr>
        </p:nvSpPr>
        <p:spPr/>
        <p:txBody>
          <a:bodyPr/>
          <a:lstStyle/>
          <a:p>
            <a:r>
              <a:rPr lang="en-GB" dirty="0"/>
              <a:t>Stationary series in R</a:t>
            </a:r>
          </a:p>
        </p:txBody>
      </p:sp>
      <p:sp>
        <p:nvSpPr>
          <p:cNvPr id="3" name="Espace réservé du numéro de diapositive 2">
            <a:extLst>
              <a:ext uri="{FF2B5EF4-FFF2-40B4-BE49-F238E27FC236}">
                <a16:creationId xmlns:a16="http://schemas.microsoft.com/office/drawing/2014/main" id="{FFF63AB1-C27D-EAD9-0808-5D190CB592DB}"/>
              </a:ext>
            </a:extLst>
          </p:cNvPr>
          <p:cNvSpPr>
            <a:spLocks noGrp="1"/>
          </p:cNvSpPr>
          <p:nvPr>
            <p:ph type="sldNum" idx="12"/>
          </p:nvPr>
        </p:nvSpPr>
        <p:spPr/>
        <p:txBody>
          <a:bodyPr/>
          <a:lstStyle/>
          <a:p>
            <a:fld id="{71CC62B1-FA1F-4849-B719-012F8D8A46B3}" type="slidenum">
              <a:rPr lang="en-GB" smtClean="0"/>
              <a:t>11</a:t>
            </a:fld>
            <a:endParaRPr lang="en-GB"/>
          </a:p>
        </p:txBody>
      </p:sp>
      <p:sp>
        <p:nvSpPr>
          <p:cNvPr id="5" name="Footer Placeholder 4">
            <a:extLst>
              <a:ext uri="{FF2B5EF4-FFF2-40B4-BE49-F238E27FC236}">
                <a16:creationId xmlns:a16="http://schemas.microsoft.com/office/drawing/2014/main" id="{4F114F3D-D210-4AF1-8DB5-62B99927784C}"/>
              </a:ext>
            </a:extLst>
          </p:cNvPr>
          <p:cNvSpPr>
            <a:spLocks noGrp="1"/>
          </p:cNvSpPr>
          <p:nvPr>
            <p:ph type="ftr" sz="quarter" idx="4294967295"/>
          </p:nvPr>
        </p:nvSpPr>
        <p:spPr>
          <a:xfrm>
            <a:off x="0" y="0"/>
            <a:ext cx="0" cy="0"/>
          </a:xfrm>
        </p:spPr>
        <p:txBody>
          <a:bodyPr/>
          <a:lstStyle/>
          <a:p>
            <a:r>
              <a:rPr lang="en-GB"/>
              <a:t>Time Series</a:t>
            </a:r>
          </a:p>
        </p:txBody>
      </p:sp>
      <p:pic>
        <p:nvPicPr>
          <p:cNvPr id="13" name="Picture 12">
            <a:extLst>
              <a:ext uri="{FF2B5EF4-FFF2-40B4-BE49-F238E27FC236}">
                <a16:creationId xmlns:a16="http://schemas.microsoft.com/office/drawing/2014/main" id="{4FA22243-F7CA-4EC7-9AF5-71523FA00934}"/>
              </a:ext>
            </a:extLst>
          </p:cNvPr>
          <p:cNvPicPr>
            <a:picLocks noChangeAspect="1"/>
          </p:cNvPicPr>
          <p:nvPr/>
        </p:nvPicPr>
        <p:blipFill>
          <a:blip r:embed="rId2"/>
          <a:stretch>
            <a:fillRect/>
          </a:stretch>
        </p:blipFill>
        <p:spPr>
          <a:xfrm>
            <a:off x="8059330" y="701923"/>
            <a:ext cx="2906396" cy="1854665"/>
          </a:xfrm>
          <a:prstGeom prst="rect">
            <a:avLst/>
          </a:prstGeom>
        </p:spPr>
      </p:pic>
      <p:pic>
        <p:nvPicPr>
          <p:cNvPr id="15" name="Picture 14">
            <a:extLst>
              <a:ext uri="{FF2B5EF4-FFF2-40B4-BE49-F238E27FC236}">
                <a16:creationId xmlns:a16="http://schemas.microsoft.com/office/drawing/2014/main" id="{0B58BF9C-10FA-430C-8185-8E13439DFDC2}"/>
              </a:ext>
            </a:extLst>
          </p:cNvPr>
          <p:cNvPicPr>
            <a:picLocks noChangeAspect="1"/>
          </p:cNvPicPr>
          <p:nvPr/>
        </p:nvPicPr>
        <p:blipFill>
          <a:blip r:embed="rId3"/>
          <a:stretch>
            <a:fillRect/>
          </a:stretch>
        </p:blipFill>
        <p:spPr>
          <a:xfrm>
            <a:off x="8059328" y="2556588"/>
            <a:ext cx="2906397" cy="1829954"/>
          </a:xfrm>
          <a:prstGeom prst="rect">
            <a:avLst/>
          </a:prstGeom>
        </p:spPr>
      </p:pic>
      <p:pic>
        <p:nvPicPr>
          <p:cNvPr id="17" name="Picture 16">
            <a:extLst>
              <a:ext uri="{FF2B5EF4-FFF2-40B4-BE49-F238E27FC236}">
                <a16:creationId xmlns:a16="http://schemas.microsoft.com/office/drawing/2014/main" id="{7AC463DC-D0FB-4178-8588-27067D2EE067}"/>
              </a:ext>
            </a:extLst>
          </p:cNvPr>
          <p:cNvPicPr>
            <a:picLocks noChangeAspect="1"/>
          </p:cNvPicPr>
          <p:nvPr/>
        </p:nvPicPr>
        <p:blipFill>
          <a:blip r:embed="rId4"/>
          <a:stretch>
            <a:fillRect/>
          </a:stretch>
        </p:blipFill>
        <p:spPr>
          <a:xfrm>
            <a:off x="8059328" y="4469594"/>
            <a:ext cx="2906398" cy="1780599"/>
          </a:xfrm>
          <a:prstGeom prst="rect">
            <a:avLst/>
          </a:prstGeom>
        </p:spPr>
      </p:pic>
      <p:pic>
        <p:nvPicPr>
          <p:cNvPr id="8" name="Espace réservé du contenu 7">
            <a:extLst>
              <a:ext uri="{FF2B5EF4-FFF2-40B4-BE49-F238E27FC236}">
                <a16:creationId xmlns:a16="http://schemas.microsoft.com/office/drawing/2014/main" id="{959D6E91-461B-94FE-4420-217ABE0BCEDA}"/>
              </a:ext>
            </a:extLst>
          </p:cNvPr>
          <p:cNvPicPr>
            <a:picLocks noGrp="1" noChangeAspect="1"/>
          </p:cNvPicPr>
          <p:nvPr>
            <p:ph sz="half" idx="2"/>
          </p:nvPr>
        </p:nvPicPr>
        <p:blipFill>
          <a:blip r:embed="rId5"/>
          <a:stretch>
            <a:fillRect/>
          </a:stretch>
        </p:blipFill>
        <p:spPr>
          <a:xfrm>
            <a:off x="1102974" y="1257766"/>
            <a:ext cx="6435758" cy="4034959"/>
          </a:xfrm>
          <a:prstGeom prst="rect">
            <a:avLst/>
          </a:prstGeom>
          <a:noFill/>
          <a:ln>
            <a:noFill/>
          </a:ln>
        </p:spPr>
      </p:pic>
    </p:spTree>
    <p:extLst>
      <p:ext uri="{BB962C8B-B14F-4D97-AF65-F5344CB8AC3E}">
        <p14:creationId xmlns:p14="http://schemas.microsoft.com/office/powerpoint/2010/main" val="198900519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BA3395-9F96-48A2-99C3-26A18247C36B}"/>
              </a:ext>
            </a:extLst>
          </p:cNvPr>
          <p:cNvSpPr>
            <a:spLocks noGrp="1"/>
          </p:cNvSpPr>
          <p:nvPr>
            <p:ph type="title"/>
          </p:nvPr>
        </p:nvSpPr>
        <p:spPr/>
        <p:txBody>
          <a:bodyPr/>
          <a:lstStyle/>
          <a:p>
            <a:r>
              <a:rPr lang="en-GB" dirty="0"/>
              <a:t>Arima models</a:t>
            </a:r>
          </a:p>
        </p:txBody>
      </p:sp>
      <p:sp>
        <p:nvSpPr>
          <p:cNvPr id="4" name="Espace réservé du numéro de diapositive 3">
            <a:extLst>
              <a:ext uri="{FF2B5EF4-FFF2-40B4-BE49-F238E27FC236}">
                <a16:creationId xmlns:a16="http://schemas.microsoft.com/office/drawing/2014/main" id="{0CC0D185-D7F0-B137-7D45-9B731C0BA051}"/>
              </a:ext>
            </a:extLst>
          </p:cNvPr>
          <p:cNvSpPr>
            <a:spLocks noGrp="1"/>
          </p:cNvSpPr>
          <p:nvPr>
            <p:ph type="sldNum" idx="12"/>
          </p:nvPr>
        </p:nvSpPr>
        <p:spPr/>
        <p:txBody>
          <a:bodyPr/>
          <a:lstStyle/>
          <a:p>
            <a:fld id="{71CC62B1-FA1F-4849-B719-012F8D8A46B3}" type="slidenum">
              <a:rPr lang="en-GB" smtClean="0"/>
              <a:t>12</a:t>
            </a:fld>
            <a:endParaRPr lang="en-GB"/>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8960CBDC-549E-4102-8ADF-10FF41A00C00}"/>
                  </a:ext>
                </a:extLst>
              </p:cNvPr>
              <p:cNvSpPr>
                <a:spLocks noGrp="1"/>
              </p:cNvSpPr>
              <p:nvPr>
                <p:ph sz="half" idx="2"/>
              </p:nvPr>
            </p:nvSpPr>
            <p:spPr/>
            <p:txBody>
              <a:bodyPr/>
              <a:lstStyle/>
              <a:p>
                <a:r>
                  <a:rPr lang="en-GB" sz="2800" dirty="0"/>
                  <a:t>Auto-projective Models: </a:t>
                </a:r>
              </a:p>
              <a:p>
                <a:pPr lvl="1"/>
                <a14:m>
                  <m:oMath xmlns:m="http://schemas.openxmlformats.org/officeDocument/2006/math">
                    <m:sSub>
                      <m:sSubPr>
                        <m:ctrlPr>
                          <a:rPr lang="fr-BE" sz="2400" b="0" i="1" smtClean="0">
                            <a:latin typeface="Cambria Math" panose="02040503050406030204" pitchFamily="18" charset="0"/>
                          </a:rPr>
                        </m:ctrlPr>
                      </m:sSubPr>
                      <m:e>
                        <m:r>
                          <a:rPr lang="fr-BE" sz="2400" b="0" i="1" smtClean="0">
                            <a:latin typeface="Cambria Math" panose="02040503050406030204" pitchFamily="18" charset="0"/>
                          </a:rPr>
                          <m:t>𝑥</m:t>
                        </m:r>
                      </m:e>
                      <m:sub>
                        <m:r>
                          <a:rPr lang="fr-BE" sz="2400" b="0" i="1" smtClean="0">
                            <a:latin typeface="Cambria Math" panose="02040503050406030204" pitchFamily="18" charset="0"/>
                          </a:rPr>
                          <m:t>𝑡</m:t>
                        </m:r>
                      </m:sub>
                    </m:sSub>
                    <m:r>
                      <a:rPr lang="fr-BE" sz="2400" b="0" i="1" smtClean="0">
                        <a:latin typeface="Cambria Math" panose="02040503050406030204" pitchFamily="18" charset="0"/>
                      </a:rPr>
                      <m:t>=</m:t>
                    </m:r>
                    <m:r>
                      <a:rPr lang="fr-BE" sz="2400" b="0" i="1" smtClean="0">
                        <a:latin typeface="Cambria Math" panose="02040503050406030204" pitchFamily="18" charset="0"/>
                      </a:rPr>
                      <m:t>𝑓</m:t>
                    </m:r>
                    <m:r>
                      <a:rPr lang="fr-BE" sz="2400" b="0" i="1" smtClean="0">
                        <a:latin typeface="Cambria Math" panose="02040503050406030204" pitchFamily="18" charset="0"/>
                      </a:rPr>
                      <m:t>(</m:t>
                    </m:r>
                    <m:sSub>
                      <m:sSubPr>
                        <m:ctrlPr>
                          <a:rPr lang="fr-BE" sz="2400" b="0" i="1" smtClean="0">
                            <a:latin typeface="Cambria Math" panose="02040503050406030204" pitchFamily="18" charset="0"/>
                          </a:rPr>
                        </m:ctrlPr>
                      </m:sSubPr>
                      <m:e>
                        <m:r>
                          <a:rPr lang="fr-BE" sz="2400" b="0" i="1" smtClean="0">
                            <a:latin typeface="Cambria Math" panose="02040503050406030204" pitchFamily="18" charset="0"/>
                          </a:rPr>
                          <m:t>𝑥</m:t>
                        </m:r>
                      </m:e>
                      <m:sub>
                        <m:r>
                          <a:rPr lang="fr-BE" sz="2400" b="0" i="1" smtClean="0">
                            <a:latin typeface="Cambria Math" panose="02040503050406030204" pitchFamily="18" charset="0"/>
                          </a:rPr>
                          <m:t>𝑡</m:t>
                        </m:r>
                        <m:r>
                          <a:rPr lang="fr-BE" sz="2400" b="0" i="1" smtClean="0">
                            <a:latin typeface="Cambria Math" panose="02040503050406030204" pitchFamily="18" charset="0"/>
                          </a:rPr>
                          <m:t>−1</m:t>
                        </m:r>
                      </m:sub>
                    </m:sSub>
                    <m:r>
                      <a:rPr lang="fr-BE" sz="2400" b="0" i="1" smtClean="0">
                        <a:latin typeface="Cambria Math" panose="02040503050406030204" pitchFamily="18" charset="0"/>
                      </a:rPr>
                      <m:t>,</m:t>
                    </m:r>
                    <m:sSub>
                      <m:sSubPr>
                        <m:ctrlPr>
                          <a:rPr lang="fr-BE" sz="2400" b="0" i="1" smtClean="0">
                            <a:latin typeface="Cambria Math" panose="02040503050406030204" pitchFamily="18" charset="0"/>
                          </a:rPr>
                        </m:ctrlPr>
                      </m:sSubPr>
                      <m:e>
                        <m:r>
                          <a:rPr lang="fr-BE" sz="2400" b="0" i="1" smtClean="0">
                            <a:latin typeface="Cambria Math" panose="02040503050406030204" pitchFamily="18" charset="0"/>
                          </a:rPr>
                          <m:t>𝑥</m:t>
                        </m:r>
                      </m:e>
                      <m:sub>
                        <m:r>
                          <a:rPr lang="fr-BE" sz="2400" b="0" i="1" smtClean="0">
                            <a:latin typeface="Cambria Math" panose="02040503050406030204" pitchFamily="18" charset="0"/>
                          </a:rPr>
                          <m:t>𝑡</m:t>
                        </m:r>
                        <m:r>
                          <a:rPr lang="fr-BE" sz="2400" b="0" i="1" smtClean="0">
                            <a:latin typeface="Cambria Math" panose="02040503050406030204" pitchFamily="18" charset="0"/>
                          </a:rPr>
                          <m:t>−2</m:t>
                        </m:r>
                      </m:sub>
                    </m:sSub>
                    <m:r>
                      <a:rPr lang="fr-BE" sz="2400" b="0" i="1" smtClean="0">
                        <a:latin typeface="Cambria Math" panose="02040503050406030204" pitchFamily="18" charset="0"/>
                      </a:rPr>
                      <m:t>,⋯,</m:t>
                    </m:r>
                    <m:sSub>
                      <m:sSubPr>
                        <m:ctrlPr>
                          <a:rPr lang="fr-BE" sz="2400" b="0" i="1" smtClean="0">
                            <a:latin typeface="Cambria Math" panose="02040503050406030204" pitchFamily="18" charset="0"/>
                            <a:ea typeface="Cambria Math" panose="02040503050406030204" pitchFamily="18" charset="0"/>
                          </a:rPr>
                        </m:ctrlPr>
                      </m:sSubPr>
                      <m:e>
                        <m:r>
                          <a:rPr lang="fr-BE" sz="2400" b="0" i="1" smtClean="0">
                            <a:latin typeface="Cambria Math" panose="02040503050406030204" pitchFamily="18" charset="0"/>
                            <a:ea typeface="Cambria Math" panose="02040503050406030204" pitchFamily="18" charset="0"/>
                          </a:rPr>
                          <m:t>𝜀</m:t>
                        </m:r>
                      </m:e>
                      <m:sub>
                        <m:r>
                          <a:rPr lang="fr-BE" sz="2400" b="0" i="1" smtClean="0">
                            <a:latin typeface="Cambria Math" panose="02040503050406030204" pitchFamily="18" charset="0"/>
                          </a:rPr>
                          <m:t>𝑡</m:t>
                        </m:r>
                      </m:sub>
                    </m:sSub>
                    <m:r>
                      <a:rPr lang="fr-BE" sz="2400" b="0" i="1" smtClean="0">
                        <a:latin typeface="Cambria Math" panose="02040503050406030204" pitchFamily="18" charset="0"/>
                      </a:rPr>
                      <m:t>)</m:t>
                    </m:r>
                  </m:oMath>
                </a14:m>
                <a:endParaRPr lang="en-GB" sz="2400" dirty="0"/>
              </a:p>
              <a:p>
                <a:r>
                  <a:rPr lang="en-GB" sz="2800" dirty="0"/>
                  <a:t>ARIMA models (Box-Jenkins)</a:t>
                </a:r>
              </a:p>
              <a:p>
                <a:pPr lvl="1"/>
                <a:r>
                  <a:rPr lang="en-GB" sz="2400" dirty="0"/>
                  <a:t>Good approximation of </a:t>
                </a:r>
                <a14:m>
                  <m:oMath xmlns:m="http://schemas.openxmlformats.org/officeDocument/2006/math">
                    <m:r>
                      <a:rPr lang="fr-BE" sz="2400" b="0" i="1" smtClean="0">
                        <a:latin typeface="Cambria Math" panose="02040503050406030204" pitchFamily="18" charset="0"/>
                      </a:rPr>
                      <m:t>𝑓</m:t>
                    </m:r>
                  </m:oMath>
                </a14:m>
                <a:endParaRPr lang="en-GB" sz="2400" dirty="0"/>
              </a:p>
              <a:p>
                <a:pPr lvl="1"/>
                <a:r>
                  <a:rPr lang="en-GB" sz="2400" dirty="0"/>
                  <a:t>Flexible, parsimonious</a:t>
                </a:r>
                <a:endParaRPr lang="en-GB" dirty="0"/>
              </a:p>
            </p:txBody>
          </p:sp>
        </mc:Choice>
        <mc:Fallback>
          <p:sp>
            <p:nvSpPr>
              <p:cNvPr id="3" name="Content Placeholder 2">
                <a:extLst>
                  <a:ext uri="{FF2B5EF4-FFF2-40B4-BE49-F238E27FC236}">
                    <a16:creationId xmlns:a16="http://schemas.microsoft.com/office/drawing/2014/main" id="{8960CBDC-549E-4102-8ADF-10FF41A00C00}"/>
                  </a:ext>
                </a:extLst>
              </p:cNvPr>
              <p:cNvSpPr>
                <a:spLocks noGrp="1" noRot="1" noChangeAspect="1" noMove="1" noResize="1" noEditPoints="1" noAdjustHandles="1" noChangeArrowheads="1" noChangeShapeType="1" noTextEdit="1"/>
              </p:cNvSpPr>
              <p:nvPr>
                <p:ph sz="half" idx="2"/>
              </p:nvPr>
            </p:nvSpPr>
            <p:spPr>
              <a:blipFill>
                <a:blip r:embed="rId2"/>
                <a:stretch>
                  <a:fillRect l="-754" t="-1974"/>
                </a:stretch>
              </a:blipFill>
            </p:spPr>
            <p:txBody>
              <a:bodyPr/>
              <a:lstStyle/>
              <a:p>
                <a:r>
                  <a:rPr lang="en-GB">
                    <a:noFill/>
                  </a:rPr>
                  <a:t> </a:t>
                </a:r>
              </a:p>
            </p:txBody>
          </p:sp>
        </mc:Fallback>
      </mc:AlternateContent>
      <p:sp>
        <p:nvSpPr>
          <p:cNvPr id="5" name="Footer Placeholder 4">
            <a:extLst>
              <a:ext uri="{FF2B5EF4-FFF2-40B4-BE49-F238E27FC236}">
                <a16:creationId xmlns:a16="http://schemas.microsoft.com/office/drawing/2014/main" id="{295C6E60-040F-4CFC-A6C4-2DF67C91C217}"/>
              </a:ext>
            </a:extLst>
          </p:cNvPr>
          <p:cNvSpPr>
            <a:spLocks noGrp="1"/>
          </p:cNvSpPr>
          <p:nvPr>
            <p:ph type="ftr" sz="quarter" idx="4294967295"/>
          </p:nvPr>
        </p:nvSpPr>
        <p:spPr>
          <a:xfrm>
            <a:off x="0" y="0"/>
            <a:ext cx="0" cy="0"/>
          </a:xfrm>
        </p:spPr>
        <p:txBody>
          <a:bodyPr/>
          <a:lstStyle/>
          <a:p>
            <a:r>
              <a:rPr lang="en-GB"/>
              <a:t>Time Series</a:t>
            </a:r>
          </a:p>
        </p:txBody>
      </p:sp>
    </p:spTree>
    <p:extLst>
      <p:ext uri="{BB962C8B-B14F-4D97-AF65-F5344CB8AC3E}">
        <p14:creationId xmlns:p14="http://schemas.microsoft.com/office/powerpoint/2010/main" val="328688959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D1D154-174C-4F44-B1BD-9F631EFEBFEA}"/>
              </a:ext>
            </a:extLst>
          </p:cNvPr>
          <p:cNvSpPr>
            <a:spLocks noGrp="1"/>
          </p:cNvSpPr>
          <p:nvPr>
            <p:ph type="title"/>
          </p:nvPr>
        </p:nvSpPr>
        <p:spPr/>
        <p:txBody>
          <a:bodyPr/>
          <a:lstStyle/>
          <a:p>
            <a:r>
              <a:rPr lang="en-GB" dirty="0"/>
              <a:t>Arima models (definitions)</a:t>
            </a:r>
          </a:p>
        </p:txBody>
      </p:sp>
      <p:sp>
        <p:nvSpPr>
          <p:cNvPr id="4" name="Espace réservé du numéro de diapositive 3">
            <a:extLst>
              <a:ext uri="{FF2B5EF4-FFF2-40B4-BE49-F238E27FC236}">
                <a16:creationId xmlns:a16="http://schemas.microsoft.com/office/drawing/2014/main" id="{F698B9C4-D421-3CB5-9B87-B2EE50C86EAB}"/>
              </a:ext>
            </a:extLst>
          </p:cNvPr>
          <p:cNvSpPr>
            <a:spLocks noGrp="1"/>
          </p:cNvSpPr>
          <p:nvPr>
            <p:ph type="sldNum" idx="12"/>
          </p:nvPr>
        </p:nvSpPr>
        <p:spPr/>
        <p:txBody>
          <a:bodyPr/>
          <a:lstStyle/>
          <a:p>
            <a:fld id="{71CC62B1-FA1F-4849-B719-012F8D8A46B3}" type="slidenum">
              <a:rPr lang="en-GB" smtClean="0"/>
              <a:t>13</a:t>
            </a:fld>
            <a:endParaRPr lang="en-GB"/>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EB48CCF9-3520-411B-8E09-F52C407B47A3}"/>
                  </a:ext>
                </a:extLst>
              </p:cNvPr>
              <p:cNvSpPr>
                <a:spLocks noGrp="1"/>
              </p:cNvSpPr>
              <p:nvPr>
                <p:ph sz="half" idx="2"/>
              </p:nvPr>
            </p:nvSpPr>
            <p:spPr/>
            <p:txBody>
              <a:bodyPr/>
              <a:lstStyle/>
              <a:p>
                <a:r>
                  <a:rPr lang="en-GB" sz="3200" dirty="0"/>
                  <a:t>Auto-regressive model</a:t>
                </a:r>
              </a:p>
              <a:p>
                <a:pPr lvl="1"/>
                <a14:m>
                  <m:oMath xmlns:m="http://schemas.openxmlformats.org/officeDocument/2006/math">
                    <m:d>
                      <m:dPr>
                        <m:ctrlPr>
                          <a:rPr lang="fr-BE" sz="2800" b="0" i="1" smtClean="0">
                            <a:latin typeface="Cambria Math" panose="02040503050406030204" pitchFamily="18" charset="0"/>
                          </a:rPr>
                        </m:ctrlPr>
                      </m:dPr>
                      <m:e>
                        <m:r>
                          <a:rPr lang="fr-BE" sz="2800" b="0" i="1" smtClean="0">
                            <a:latin typeface="Cambria Math" panose="02040503050406030204" pitchFamily="18" charset="0"/>
                          </a:rPr>
                          <m:t>1+</m:t>
                        </m:r>
                        <m:sSub>
                          <m:sSubPr>
                            <m:ctrlPr>
                              <a:rPr lang="fr-BE" sz="2800" b="0" i="1" smtClean="0">
                                <a:latin typeface="Cambria Math" panose="02040503050406030204" pitchFamily="18" charset="0"/>
                                <a:ea typeface="Cambria Math" panose="02040503050406030204" pitchFamily="18" charset="0"/>
                              </a:rPr>
                            </m:ctrlPr>
                          </m:sSubPr>
                          <m:e>
                            <m:r>
                              <a:rPr lang="fr-BE" sz="2800" b="0" i="1" smtClean="0">
                                <a:latin typeface="Cambria Math" panose="02040503050406030204" pitchFamily="18" charset="0"/>
                                <a:ea typeface="Cambria Math" panose="02040503050406030204" pitchFamily="18" charset="0"/>
                              </a:rPr>
                              <m:t>𝜑</m:t>
                            </m:r>
                          </m:e>
                          <m:sub>
                            <m:r>
                              <a:rPr lang="fr-BE" sz="2800" b="0" i="1" smtClean="0">
                                <a:latin typeface="Cambria Math" panose="02040503050406030204" pitchFamily="18" charset="0"/>
                              </a:rPr>
                              <m:t>1</m:t>
                            </m:r>
                          </m:sub>
                        </m:sSub>
                        <m:r>
                          <a:rPr lang="fr-BE" sz="2800" b="0" i="1" smtClean="0">
                            <a:latin typeface="Cambria Math" panose="02040503050406030204" pitchFamily="18" charset="0"/>
                          </a:rPr>
                          <m:t>𝐵</m:t>
                        </m:r>
                        <m:r>
                          <a:rPr lang="fr-BE" sz="2800" b="0" i="1" smtClean="0">
                            <a:latin typeface="Cambria Math" panose="02040503050406030204" pitchFamily="18" charset="0"/>
                          </a:rPr>
                          <m:t>+⋯+</m:t>
                        </m:r>
                        <m:sSub>
                          <m:sSubPr>
                            <m:ctrlPr>
                              <a:rPr lang="fr-BE" sz="2800" b="0" i="1" smtClean="0">
                                <a:latin typeface="Cambria Math" panose="02040503050406030204" pitchFamily="18" charset="0"/>
                                <a:ea typeface="Cambria Math" panose="02040503050406030204" pitchFamily="18" charset="0"/>
                              </a:rPr>
                            </m:ctrlPr>
                          </m:sSubPr>
                          <m:e>
                            <m:r>
                              <a:rPr lang="fr-BE" sz="2800" b="0" i="1" smtClean="0">
                                <a:latin typeface="Cambria Math" panose="02040503050406030204" pitchFamily="18" charset="0"/>
                                <a:ea typeface="Cambria Math" panose="02040503050406030204" pitchFamily="18" charset="0"/>
                              </a:rPr>
                              <m:t>𝜑</m:t>
                            </m:r>
                          </m:e>
                          <m:sub>
                            <m:r>
                              <a:rPr lang="fr-BE" sz="2800" b="0" i="1" smtClean="0">
                                <a:latin typeface="Cambria Math" panose="02040503050406030204" pitchFamily="18" charset="0"/>
                                <a:ea typeface="Cambria Math" panose="02040503050406030204" pitchFamily="18" charset="0"/>
                              </a:rPr>
                              <m:t>𝑝</m:t>
                            </m:r>
                          </m:sub>
                        </m:sSub>
                        <m:sSup>
                          <m:sSupPr>
                            <m:ctrlPr>
                              <a:rPr lang="fr-BE" sz="2800" b="0" i="1" smtClean="0">
                                <a:latin typeface="Cambria Math" panose="02040503050406030204" pitchFamily="18" charset="0"/>
                              </a:rPr>
                            </m:ctrlPr>
                          </m:sSupPr>
                          <m:e>
                            <m:r>
                              <a:rPr lang="fr-BE" sz="2800" b="0" i="1" smtClean="0">
                                <a:latin typeface="Cambria Math" panose="02040503050406030204" pitchFamily="18" charset="0"/>
                              </a:rPr>
                              <m:t>𝐵</m:t>
                            </m:r>
                          </m:e>
                          <m:sup>
                            <m:r>
                              <a:rPr lang="fr-BE" sz="2800" b="0" i="1" smtClean="0">
                                <a:latin typeface="Cambria Math" panose="02040503050406030204" pitchFamily="18" charset="0"/>
                              </a:rPr>
                              <m:t>𝑝</m:t>
                            </m:r>
                          </m:sup>
                        </m:sSup>
                      </m:e>
                    </m:d>
                    <m:sSub>
                      <m:sSubPr>
                        <m:ctrlPr>
                          <a:rPr lang="fr-BE" sz="2800" b="0" i="1" smtClean="0">
                            <a:latin typeface="Cambria Math" panose="02040503050406030204" pitchFamily="18" charset="0"/>
                          </a:rPr>
                        </m:ctrlPr>
                      </m:sSubPr>
                      <m:e>
                        <m:r>
                          <a:rPr lang="fr-BE" sz="2800" b="0" i="1" smtClean="0">
                            <a:latin typeface="Cambria Math" panose="02040503050406030204" pitchFamily="18" charset="0"/>
                          </a:rPr>
                          <m:t>𝑥</m:t>
                        </m:r>
                      </m:e>
                      <m:sub>
                        <m:r>
                          <a:rPr lang="fr-BE" sz="2800" b="0" i="1" smtClean="0">
                            <a:latin typeface="Cambria Math" panose="02040503050406030204" pitchFamily="18" charset="0"/>
                          </a:rPr>
                          <m:t>𝑡</m:t>
                        </m:r>
                      </m:sub>
                    </m:sSub>
                    <m:r>
                      <a:rPr lang="fr-BE" sz="2800" b="0" i="1" smtClean="0">
                        <a:latin typeface="Cambria Math" panose="02040503050406030204" pitchFamily="18" charset="0"/>
                      </a:rPr>
                      <m:t>=</m:t>
                    </m:r>
                    <m:r>
                      <m:rPr>
                        <m:sty m:val="p"/>
                      </m:rPr>
                      <a:rPr lang="el-GR" sz="2800" b="0" i="1" smtClean="0">
                        <a:latin typeface="Cambria Math" panose="02040503050406030204" pitchFamily="18" charset="0"/>
                        <a:ea typeface="Cambria Math" panose="02040503050406030204" pitchFamily="18" charset="0"/>
                      </a:rPr>
                      <m:t>Φ</m:t>
                    </m:r>
                    <m:d>
                      <m:dPr>
                        <m:ctrlPr>
                          <a:rPr lang="fr-BE" sz="2800" b="0" i="1" smtClean="0">
                            <a:latin typeface="Cambria Math" panose="02040503050406030204" pitchFamily="18" charset="0"/>
                            <a:ea typeface="Cambria Math" panose="02040503050406030204" pitchFamily="18" charset="0"/>
                          </a:rPr>
                        </m:ctrlPr>
                      </m:dPr>
                      <m:e>
                        <m:r>
                          <a:rPr lang="fr-BE" sz="2800" b="0" i="1" smtClean="0">
                            <a:latin typeface="Cambria Math" panose="02040503050406030204" pitchFamily="18" charset="0"/>
                            <a:ea typeface="Cambria Math" panose="02040503050406030204" pitchFamily="18" charset="0"/>
                          </a:rPr>
                          <m:t>𝐵</m:t>
                        </m:r>
                      </m:e>
                    </m:d>
                    <m:sSub>
                      <m:sSubPr>
                        <m:ctrlPr>
                          <a:rPr lang="fr-BE" sz="2800" b="0" i="1" smtClean="0">
                            <a:latin typeface="Cambria Math" panose="02040503050406030204" pitchFamily="18" charset="0"/>
                          </a:rPr>
                        </m:ctrlPr>
                      </m:sSubPr>
                      <m:e>
                        <m:r>
                          <a:rPr lang="fr-BE" sz="2800" b="0" i="1" smtClean="0">
                            <a:latin typeface="Cambria Math" panose="02040503050406030204" pitchFamily="18" charset="0"/>
                          </a:rPr>
                          <m:t>𝑥</m:t>
                        </m:r>
                      </m:e>
                      <m:sub>
                        <m:r>
                          <a:rPr lang="fr-BE" sz="2800" b="0" i="1" smtClean="0">
                            <a:latin typeface="Cambria Math" panose="02040503050406030204" pitchFamily="18" charset="0"/>
                          </a:rPr>
                          <m:t>𝑡</m:t>
                        </m:r>
                      </m:sub>
                    </m:sSub>
                    <m:r>
                      <a:rPr lang="fr-BE" sz="2800" b="0" i="1" smtClean="0">
                        <a:latin typeface="Cambria Math" panose="02040503050406030204" pitchFamily="18" charset="0"/>
                      </a:rPr>
                      <m:t>=</m:t>
                    </m:r>
                    <m:sSub>
                      <m:sSubPr>
                        <m:ctrlPr>
                          <a:rPr lang="fr-BE" sz="2800" b="0" i="1" smtClean="0">
                            <a:latin typeface="Cambria Math" panose="02040503050406030204" pitchFamily="18" charset="0"/>
                            <a:ea typeface="Cambria Math" panose="02040503050406030204" pitchFamily="18" charset="0"/>
                          </a:rPr>
                        </m:ctrlPr>
                      </m:sSubPr>
                      <m:e>
                        <m:r>
                          <a:rPr lang="fr-BE" sz="2800" b="0" i="1" smtClean="0">
                            <a:latin typeface="Cambria Math" panose="02040503050406030204" pitchFamily="18" charset="0"/>
                            <a:ea typeface="Cambria Math" panose="02040503050406030204" pitchFamily="18" charset="0"/>
                          </a:rPr>
                          <m:t>𝜀</m:t>
                        </m:r>
                      </m:e>
                      <m:sub>
                        <m:r>
                          <a:rPr lang="fr-BE" sz="2800" b="0" i="1" smtClean="0">
                            <a:latin typeface="Cambria Math" panose="02040503050406030204" pitchFamily="18" charset="0"/>
                          </a:rPr>
                          <m:t>𝑡</m:t>
                        </m:r>
                      </m:sub>
                    </m:sSub>
                  </m:oMath>
                </a14:m>
                <a:endParaRPr lang="en-GB" sz="2800" dirty="0"/>
              </a:p>
              <a:p>
                <a:pPr lvl="1"/>
                <a14:m>
                  <m:oMath xmlns:m="http://schemas.openxmlformats.org/officeDocument/2006/math">
                    <m:sSub>
                      <m:sSubPr>
                        <m:ctrlPr>
                          <a:rPr lang="fr-BE" sz="2800" b="0" i="1" smtClean="0">
                            <a:latin typeface="Cambria Math" panose="02040503050406030204" pitchFamily="18" charset="0"/>
                          </a:rPr>
                        </m:ctrlPr>
                      </m:sSubPr>
                      <m:e>
                        <m:r>
                          <a:rPr lang="fr-BE" sz="2800" b="0" i="1" smtClean="0">
                            <a:latin typeface="Cambria Math" panose="02040503050406030204" pitchFamily="18" charset="0"/>
                          </a:rPr>
                          <m:t>𝑥</m:t>
                        </m:r>
                      </m:e>
                      <m:sub>
                        <m:r>
                          <a:rPr lang="fr-BE" sz="2800" b="0" i="1" smtClean="0">
                            <a:latin typeface="Cambria Math" panose="02040503050406030204" pitchFamily="18" charset="0"/>
                          </a:rPr>
                          <m:t>𝑡</m:t>
                        </m:r>
                      </m:sub>
                    </m:sSub>
                    <m:r>
                      <a:rPr lang="fr-BE" sz="2800" b="0" i="1" smtClean="0">
                        <a:latin typeface="Cambria Math" panose="02040503050406030204" pitchFamily="18" charset="0"/>
                      </a:rPr>
                      <m:t>=</m:t>
                    </m:r>
                    <m:sSub>
                      <m:sSubPr>
                        <m:ctrlPr>
                          <a:rPr lang="fr-BE" sz="2800" b="0" i="1" smtClean="0">
                            <a:latin typeface="Cambria Math" panose="02040503050406030204" pitchFamily="18" charset="0"/>
                            <a:ea typeface="Cambria Math" panose="02040503050406030204" pitchFamily="18" charset="0"/>
                          </a:rPr>
                        </m:ctrlPr>
                      </m:sSubPr>
                      <m:e>
                        <m:r>
                          <a:rPr lang="fr-BE" sz="2800" b="0" i="1" smtClean="0">
                            <a:latin typeface="Cambria Math" panose="02040503050406030204" pitchFamily="18" charset="0"/>
                            <a:ea typeface="Cambria Math" panose="02040503050406030204" pitchFamily="18" charset="0"/>
                          </a:rPr>
                          <m:t>𝜀</m:t>
                        </m:r>
                      </m:e>
                      <m:sub>
                        <m:r>
                          <a:rPr lang="fr-BE" sz="2800" b="0" i="1" smtClean="0">
                            <a:latin typeface="Cambria Math" panose="02040503050406030204" pitchFamily="18" charset="0"/>
                          </a:rPr>
                          <m:t>𝑡</m:t>
                        </m:r>
                      </m:sub>
                    </m:sSub>
                    <m:r>
                      <a:rPr lang="fr-BE" sz="2800" b="0" i="1" smtClean="0">
                        <a:latin typeface="Cambria Math" panose="02040503050406030204" pitchFamily="18" charset="0"/>
                      </a:rPr>
                      <m:t>−</m:t>
                    </m:r>
                    <m:sSub>
                      <m:sSubPr>
                        <m:ctrlPr>
                          <a:rPr lang="fr-BE" sz="2800" b="0" i="1" smtClean="0">
                            <a:latin typeface="Cambria Math" panose="02040503050406030204" pitchFamily="18" charset="0"/>
                            <a:ea typeface="Cambria Math" panose="02040503050406030204" pitchFamily="18" charset="0"/>
                          </a:rPr>
                        </m:ctrlPr>
                      </m:sSubPr>
                      <m:e>
                        <m:r>
                          <a:rPr lang="fr-BE" sz="2800" b="0" i="1" smtClean="0">
                            <a:latin typeface="Cambria Math" panose="02040503050406030204" pitchFamily="18" charset="0"/>
                            <a:ea typeface="Cambria Math" panose="02040503050406030204" pitchFamily="18" charset="0"/>
                          </a:rPr>
                          <m:t>𝜑</m:t>
                        </m:r>
                      </m:e>
                      <m:sub>
                        <m:r>
                          <a:rPr lang="fr-BE" sz="2800" b="0" i="1" smtClean="0">
                            <a:latin typeface="Cambria Math" panose="02040503050406030204" pitchFamily="18" charset="0"/>
                          </a:rPr>
                          <m:t>1</m:t>
                        </m:r>
                      </m:sub>
                    </m:sSub>
                    <m:sSub>
                      <m:sSubPr>
                        <m:ctrlPr>
                          <a:rPr lang="fr-BE" sz="2800" b="0" i="1" smtClean="0">
                            <a:latin typeface="Cambria Math" panose="02040503050406030204" pitchFamily="18" charset="0"/>
                          </a:rPr>
                        </m:ctrlPr>
                      </m:sSubPr>
                      <m:e>
                        <m:r>
                          <a:rPr lang="fr-BE" sz="2800" b="0" i="1" smtClean="0">
                            <a:latin typeface="Cambria Math" panose="02040503050406030204" pitchFamily="18" charset="0"/>
                          </a:rPr>
                          <m:t>𝑥</m:t>
                        </m:r>
                      </m:e>
                      <m:sub>
                        <m:r>
                          <a:rPr lang="fr-BE" sz="2800" b="0" i="1" smtClean="0">
                            <a:latin typeface="Cambria Math" panose="02040503050406030204" pitchFamily="18" charset="0"/>
                          </a:rPr>
                          <m:t>𝑡</m:t>
                        </m:r>
                        <m:r>
                          <a:rPr lang="fr-BE" sz="2800" b="0" i="1" smtClean="0">
                            <a:latin typeface="Cambria Math" panose="02040503050406030204" pitchFamily="18" charset="0"/>
                          </a:rPr>
                          <m:t>−1</m:t>
                        </m:r>
                      </m:sub>
                    </m:sSub>
                    <m:r>
                      <a:rPr lang="fr-BE" sz="2800" b="0" i="1" smtClean="0">
                        <a:latin typeface="Cambria Math" panose="02040503050406030204" pitchFamily="18" charset="0"/>
                      </a:rPr>
                      <m:t>−⋯−</m:t>
                    </m:r>
                    <m:sSub>
                      <m:sSubPr>
                        <m:ctrlPr>
                          <a:rPr lang="fr-BE" sz="2800" b="0" i="1" smtClean="0">
                            <a:latin typeface="Cambria Math" panose="02040503050406030204" pitchFamily="18" charset="0"/>
                            <a:ea typeface="Cambria Math" panose="02040503050406030204" pitchFamily="18" charset="0"/>
                          </a:rPr>
                        </m:ctrlPr>
                      </m:sSubPr>
                      <m:e>
                        <m:r>
                          <a:rPr lang="fr-BE" sz="2800" b="0" i="1" smtClean="0">
                            <a:latin typeface="Cambria Math" panose="02040503050406030204" pitchFamily="18" charset="0"/>
                            <a:ea typeface="Cambria Math" panose="02040503050406030204" pitchFamily="18" charset="0"/>
                          </a:rPr>
                          <m:t>𝜑</m:t>
                        </m:r>
                      </m:e>
                      <m:sub>
                        <m:r>
                          <a:rPr lang="fr-BE" sz="2800" b="0" i="1" smtClean="0">
                            <a:latin typeface="Cambria Math" panose="02040503050406030204" pitchFamily="18" charset="0"/>
                            <a:ea typeface="Cambria Math" panose="02040503050406030204" pitchFamily="18" charset="0"/>
                          </a:rPr>
                          <m:t>𝑝</m:t>
                        </m:r>
                      </m:sub>
                    </m:sSub>
                    <m:sSub>
                      <m:sSubPr>
                        <m:ctrlPr>
                          <a:rPr lang="fr-BE" sz="2800" b="0" i="1" smtClean="0">
                            <a:latin typeface="Cambria Math" panose="02040503050406030204" pitchFamily="18" charset="0"/>
                          </a:rPr>
                        </m:ctrlPr>
                      </m:sSubPr>
                      <m:e>
                        <m:r>
                          <a:rPr lang="fr-BE" sz="2800" b="0" i="1" smtClean="0">
                            <a:latin typeface="Cambria Math" panose="02040503050406030204" pitchFamily="18" charset="0"/>
                          </a:rPr>
                          <m:t>𝑥</m:t>
                        </m:r>
                      </m:e>
                      <m:sub>
                        <m:r>
                          <a:rPr lang="fr-BE" sz="2800" b="0" i="1" smtClean="0">
                            <a:latin typeface="Cambria Math" panose="02040503050406030204" pitchFamily="18" charset="0"/>
                          </a:rPr>
                          <m:t>𝑡</m:t>
                        </m:r>
                        <m:r>
                          <a:rPr lang="fr-BE" sz="2800" b="0" i="1" smtClean="0">
                            <a:latin typeface="Cambria Math" panose="02040503050406030204" pitchFamily="18" charset="0"/>
                          </a:rPr>
                          <m:t>−</m:t>
                        </m:r>
                        <m:r>
                          <a:rPr lang="fr-BE" sz="2800" b="0" i="1" smtClean="0">
                            <a:latin typeface="Cambria Math" panose="02040503050406030204" pitchFamily="18" charset="0"/>
                          </a:rPr>
                          <m:t>𝑝</m:t>
                        </m:r>
                      </m:sub>
                    </m:sSub>
                  </m:oMath>
                </a14:m>
                <a:r>
                  <a:rPr lang="en-GB" sz="2800" dirty="0"/>
                  <a:t> 			</a:t>
                </a:r>
                <a:r>
                  <a:rPr lang="en-GB" sz="2800" dirty="0">
                    <a:solidFill>
                      <a:srgbClr val="FF0000"/>
                    </a:solidFill>
                  </a:rPr>
                  <a:t>(≠R, X13)</a:t>
                </a:r>
              </a:p>
              <a:p>
                <a:r>
                  <a:rPr lang="en-GB" sz="3200" dirty="0"/>
                  <a:t>Moving average model</a:t>
                </a:r>
              </a:p>
              <a:p>
                <a:pPr lvl="1"/>
                <a14:m>
                  <m:oMath xmlns:m="http://schemas.openxmlformats.org/officeDocument/2006/math">
                    <m:sSub>
                      <m:sSubPr>
                        <m:ctrlPr>
                          <a:rPr lang="fr-BE" sz="2800" b="0" i="1" smtClean="0">
                            <a:latin typeface="Cambria Math" panose="02040503050406030204" pitchFamily="18" charset="0"/>
                          </a:rPr>
                        </m:ctrlPr>
                      </m:sSubPr>
                      <m:e>
                        <m:r>
                          <a:rPr lang="fr-BE" sz="2800" b="0" i="1" smtClean="0">
                            <a:latin typeface="Cambria Math" panose="02040503050406030204" pitchFamily="18" charset="0"/>
                          </a:rPr>
                          <m:t>𝑥</m:t>
                        </m:r>
                      </m:e>
                      <m:sub>
                        <m:r>
                          <a:rPr lang="fr-BE" sz="2800" b="0" i="1" smtClean="0">
                            <a:latin typeface="Cambria Math" panose="02040503050406030204" pitchFamily="18" charset="0"/>
                          </a:rPr>
                          <m:t>𝑡</m:t>
                        </m:r>
                      </m:sub>
                    </m:sSub>
                    <m:r>
                      <a:rPr lang="fr-BE" sz="2800" b="0" i="1" smtClean="0">
                        <a:latin typeface="Cambria Math" panose="02040503050406030204" pitchFamily="18" charset="0"/>
                      </a:rPr>
                      <m:t>=</m:t>
                    </m:r>
                    <m:r>
                      <m:rPr>
                        <m:sty m:val="p"/>
                      </m:rPr>
                      <a:rPr lang="el-GR" sz="2800" b="0" i="1" smtClean="0">
                        <a:latin typeface="Cambria Math" panose="02040503050406030204" pitchFamily="18" charset="0"/>
                        <a:ea typeface="Cambria Math" panose="02040503050406030204" pitchFamily="18" charset="0"/>
                      </a:rPr>
                      <m:t>Θ</m:t>
                    </m:r>
                    <m:d>
                      <m:dPr>
                        <m:ctrlPr>
                          <a:rPr lang="fr-BE" sz="2800" b="0" i="1" smtClean="0">
                            <a:latin typeface="Cambria Math" panose="02040503050406030204" pitchFamily="18" charset="0"/>
                            <a:ea typeface="Cambria Math" panose="02040503050406030204" pitchFamily="18" charset="0"/>
                          </a:rPr>
                        </m:ctrlPr>
                      </m:dPr>
                      <m:e>
                        <m:r>
                          <a:rPr lang="fr-BE" sz="2800" b="0" i="1" smtClean="0">
                            <a:latin typeface="Cambria Math" panose="02040503050406030204" pitchFamily="18" charset="0"/>
                            <a:ea typeface="Cambria Math" panose="02040503050406030204" pitchFamily="18" charset="0"/>
                          </a:rPr>
                          <m:t>𝐵</m:t>
                        </m:r>
                      </m:e>
                    </m:d>
                    <m:sSub>
                      <m:sSubPr>
                        <m:ctrlPr>
                          <a:rPr lang="fr-BE" sz="2800" b="0" i="1" smtClean="0">
                            <a:latin typeface="Cambria Math" panose="02040503050406030204" pitchFamily="18" charset="0"/>
                          </a:rPr>
                        </m:ctrlPr>
                      </m:sSubPr>
                      <m:e>
                        <m:r>
                          <a:rPr lang="fr-BE" sz="2800" b="0" i="1" smtClean="0">
                            <a:latin typeface="Cambria Math" panose="02040503050406030204" pitchFamily="18" charset="0"/>
                          </a:rPr>
                          <m:t>𝑥</m:t>
                        </m:r>
                      </m:e>
                      <m:sub>
                        <m:r>
                          <a:rPr lang="fr-BE" sz="2800" b="0" i="1" smtClean="0">
                            <a:latin typeface="Cambria Math" panose="02040503050406030204" pitchFamily="18" charset="0"/>
                          </a:rPr>
                          <m:t>𝑡</m:t>
                        </m:r>
                      </m:sub>
                    </m:sSub>
                    <m:r>
                      <a:rPr lang="fr-BE" sz="2800" b="0" i="1" smtClean="0">
                        <a:latin typeface="Cambria Math" panose="02040503050406030204" pitchFamily="18" charset="0"/>
                      </a:rPr>
                      <m:t>=</m:t>
                    </m:r>
                    <m:sSub>
                      <m:sSubPr>
                        <m:ctrlPr>
                          <a:rPr lang="fr-BE" sz="2800" b="0" i="1" smtClean="0">
                            <a:latin typeface="Cambria Math" panose="02040503050406030204" pitchFamily="18" charset="0"/>
                          </a:rPr>
                        </m:ctrlPr>
                      </m:sSubPr>
                      <m:e>
                        <m:d>
                          <m:dPr>
                            <m:ctrlPr>
                              <a:rPr lang="fr-BE" sz="2800" b="0" i="1" smtClean="0">
                                <a:latin typeface="Cambria Math" panose="02040503050406030204" pitchFamily="18" charset="0"/>
                              </a:rPr>
                            </m:ctrlPr>
                          </m:dPr>
                          <m:e>
                            <m:r>
                              <a:rPr lang="fr-BE" sz="2800" b="0" i="1" smtClean="0">
                                <a:latin typeface="Cambria Math" panose="02040503050406030204" pitchFamily="18" charset="0"/>
                              </a:rPr>
                              <m:t>1+</m:t>
                            </m:r>
                            <m:sSub>
                              <m:sSubPr>
                                <m:ctrlPr>
                                  <a:rPr lang="fr-BE" sz="2800" b="0" i="1" smtClean="0">
                                    <a:latin typeface="Cambria Math" panose="02040503050406030204" pitchFamily="18" charset="0"/>
                                    <a:ea typeface="Cambria Math" panose="02040503050406030204" pitchFamily="18" charset="0"/>
                                  </a:rPr>
                                </m:ctrlPr>
                              </m:sSubPr>
                              <m:e>
                                <m:r>
                                  <a:rPr lang="fr-BE" sz="2800" b="0" i="1" smtClean="0">
                                    <a:latin typeface="Cambria Math" panose="02040503050406030204" pitchFamily="18" charset="0"/>
                                    <a:ea typeface="Cambria Math" panose="02040503050406030204" pitchFamily="18" charset="0"/>
                                  </a:rPr>
                                  <m:t>𝜃</m:t>
                                </m:r>
                              </m:e>
                              <m:sub>
                                <m:r>
                                  <a:rPr lang="fr-BE" sz="2800" b="0" i="1" smtClean="0">
                                    <a:latin typeface="Cambria Math" panose="02040503050406030204" pitchFamily="18" charset="0"/>
                                  </a:rPr>
                                  <m:t>1</m:t>
                                </m:r>
                              </m:sub>
                            </m:sSub>
                            <m:r>
                              <a:rPr lang="fr-BE" sz="2800" b="0" i="1" smtClean="0">
                                <a:latin typeface="Cambria Math" panose="02040503050406030204" pitchFamily="18" charset="0"/>
                              </a:rPr>
                              <m:t>𝐵</m:t>
                            </m:r>
                            <m:r>
                              <a:rPr lang="fr-BE" sz="2800" b="0" i="1" smtClean="0">
                                <a:latin typeface="Cambria Math" panose="02040503050406030204" pitchFamily="18" charset="0"/>
                              </a:rPr>
                              <m:t>+⋯+</m:t>
                            </m:r>
                            <m:sSub>
                              <m:sSubPr>
                                <m:ctrlPr>
                                  <a:rPr lang="fr-BE" sz="2800" b="0" i="1" smtClean="0">
                                    <a:latin typeface="Cambria Math" panose="02040503050406030204" pitchFamily="18" charset="0"/>
                                    <a:ea typeface="Cambria Math" panose="02040503050406030204" pitchFamily="18" charset="0"/>
                                  </a:rPr>
                                </m:ctrlPr>
                              </m:sSubPr>
                              <m:e>
                                <m:r>
                                  <a:rPr lang="fr-BE" sz="2800" b="0" i="1" smtClean="0">
                                    <a:latin typeface="Cambria Math" panose="02040503050406030204" pitchFamily="18" charset="0"/>
                                    <a:ea typeface="Cambria Math" panose="02040503050406030204" pitchFamily="18" charset="0"/>
                                  </a:rPr>
                                  <m:t>𝜃</m:t>
                                </m:r>
                              </m:e>
                              <m:sub>
                                <m:r>
                                  <a:rPr lang="fr-BE" sz="2800" b="0" i="1" smtClean="0">
                                    <a:latin typeface="Cambria Math" panose="02040503050406030204" pitchFamily="18" charset="0"/>
                                    <a:ea typeface="Cambria Math" panose="02040503050406030204" pitchFamily="18" charset="0"/>
                                  </a:rPr>
                                  <m:t>𝑞</m:t>
                                </m:r>
                              </m:sub>
                            </m:sSub>
                            <m:sSup>
                              <m:sSupPr>
                                <m:ctrlPr>
                                  <a:rPr lang="fr-BE" sz="2800" b="0" i="1" smtClean="0">
                                    <a:latin typeface="Cambria Math" panose="02040503050406030204" pitchFamily="18" charset="0"/>
                                  </a:rPr>
                                </m:ctrlPr>
                              </m:sSupPr>
                              <m:e>
                                <m:r>
                                  <a:rPr lang="fr-BE" sz="2800" b="0" i="1" smtClean="0">
                                    <a:latin typeface="Cambria Math" panose="02040503050406030204" pitchFamily="18" charset="0"/>
                                  </a:rPr>
                                  <m:t>𝐵</m:t>
                                </m:r>
                              </m:e>
                              <m:sup>
                                <m:r>
                                  <a:rPr lang="fr-BE" sz="2800" b="0" i="1" smtClean="0">
                                    <a:latin typeface="Cambria Math" panose="02040503050406030204" pitchFamily="18" charset="0"/>
                                  </a:rPr>
                                  <m:t>𝑞</m:t>
                                </m:r>
                              </m:sup>
                            </m:sSup>
                          </m:e>
                        </m:d>
                        <m:r>
                          <a:rPr lang="fr-BE" sz="2800" b="0" i="1" smtClean="0">
                            <a:latin typeface="Cambria Math" panose="02040503050406030204" pitchFamily="18" charset="0"/>
                            <a:ea typeface="Cambria Math" panose="02040503050406030204" pitchFamily="18" charset="0"/>
                          </a:rPr>
                          <m:t>𝜀</m:t>
                        </m:r>
                      </m:e>
                      <m:sub>
                        <m:r>
                          <a:rPr lang="fr-BE" sz="2800" b="0" i="1" smtClean="0">
                            <a:latin typeface="Cambria Math" panose="02040503050406030204" pitchFamily="18" charset="0"/>
                          </a:rPr>
                          <m:t>𝑡</m:t>
                        </m:r>
                      </m:sub>
                    </m:sSub>
                  </m:oMath>
                </a14:m>
                <a:endParaRPr lang="en-GB" sz="2800" dirty="0"/>
              </a:p>
              <a:p>
                <a:pPr lvl="1"/>
                <a14:m>
                  <m:oMath xmlns:m="http://schemas.openxmlformats.org/officeDocument/2006/math">
                    <m:sSub>
                      <m:sSubPr>
                        <m:ctrlPr>
                          <a:rPr lang="fr-BE" sz="2800" b="0" i="1" smtClean="0">
                            <a:latin typeface="Cambria Math" panose="02040503050406030204" pitchFamily="18" charset="0"/>
                          </a:rPr>
                        </m:ctrlPr>
                      </m:sSubPr>
                      <m:e>
                        <m:r>
                          <a:rPr lang="fr-BE" sz="2800" b="0" i="1" smtClean="0">
                            <a:latin typeface="Cambria Math" panose="02040503050406030204" pitchFamily="18" charset="0"/>
                          </a:rPr>
                          <m:t>𝑥</m:t>
                        </m:r>
                      </m:e>
                      <m:sub>
                        <m:r>
                          <a:rPr lang="fr-BE" sz="2800" b="0" i="1" smtClean="0">
                            <a:latin typeface="Cambria Math" panose="02040503050406030204" pitchFamily="18" charset="0"/>
                          </a:rPr>
                          <m:t>𝑡</m:t>
                        </m:r>
                      </m:sub>
                    </m:sSub>
                    <m:r>
                      <a:rPr lang="fr-BE" sz="2800" b="0" i="1" smtClean="0">
                        <a:latin typeface="Cambria Math" panose="02040503050406030204" pitchFamily="18" charset="0"/>
                      </a:rPr>
                      <m:t>=</m:t>
                    </m:r>
                    <m:sSub>
                      <m:sSubPr>
                        <m:ctrlPr>
                          <a:rPr lang="fr-BE" sz="2800" b="0" i="1" smtClean="0">
                            <a:latin typeface="Cambria Math" panose="02040503050406030204" pitchFamily="18" charset="0"/>
                            <a:ea typeface="Cambria Math" panose="02040503050406030204" pitchFamily="18" charset="0"/>
                          </a:rPr>
                        </m:ctrlPr>
                      </m:sSubPr>
                      <m:e>
                        <m:r>
                          <a:rPr lang="fr-BE" sz="2800" b="0" i="1" smtClean="0">
                            <a:latin typeface="Cambria Math" panose="02040503050406030204" pitchFamily="18" charset="0"/>
                            <a:ea typeface="Cambria Math" panose="02040503050406030204" pitchFamily="18" charset="0"/>
                          </a:rPr>
                          <m:t>𝜀</m:t>
                        </m:r>
                      </m:e>
                      <m:sub>
                        <m:r>
                          <a:rPr lang="fr-BE" sz="2800" b="0" i="1" smtClean="0">
                            <a:latin typeface="Cambria Math" panose="02040503050406030204" pitchFamily="18" charset="0"/>
                          </a:rPr>
                          <m:t>𝑡</m:t>
                        </m:r>
                      </m:sub>
                    </m:sSub>
                    <m:r>
                      <a:rPr lang="fr-BE" sz="2800" b="0" i="1" smtClean="0">
                        <a:latin typeface="Cambria Math" panose="02040503050406030204" pitchFamily="18" charset="0"/>
                      </a:rPr>
                      <m:t>+</m:t>
                    </m:r>
                    <m:sSub>
                      <m:sSubPr>
                        <m:ctrlPr>
                          <a:rPr lang="fr-BE" sz="2800" b="0" i="1" smtClean="0">
                            <a:latin typeface="Cambria Math" panose="02040503050406030204" pitchFamily="18" charset="0"/>
                            <a:ea typeface="Cambria Math" panose="02040503050406030204" pitchFamily="18" charset="0"/>
                          </a:rPr>
                        </m:ctrlPr>
                      </m:sSubPr>
                      <m:e>
                        <m:r>
                          <a:rPr lang="fr-BE" sz="2800" b="0" i="1" smtClean="0">
                            <a:latin typeface="Cambria Math" panose="02040503050406030204" pitchFamily="18" charset="0"/>
                            <a:ea typeface="Cambria Math" panose="02040503050406030204" pitchFamily="18" charset="0"/>
                          </a:rPr>
                          <m:t>𝜃</m:t>
                        </m:r>
                      </m:e>
                      <m:sub>
                        <m:r>
                          <a:rPr lang="fr-BE" sz="2800" b="0" i="1" smtClean="0">
                            <a:latin typeface="Cambria Math" panose="02040503050406030204" pitchFamily="18" charset="0"/>
                          </a:rPr>
                          <m:t>1</m:t>
                        </m:r>
                      </m:sub>
                    </m:sSub>
                    <m:sSub>
                      <m:sSubPr>
                        <m:ctrlPr>
                          <a:rPr lang="fr-BE" sz="2800" b="0" i="1" smtClean="0">
                            <a:latin typeface="Cambria Math" panose="02040503050406030204" pitchFamily="18" charset="0"/>
                            <a:ea typeface="Cambria Math" panose="02040503050406030204" pitchFamily="18" charset="0"/>
                          </a:rPr>
                        </m:ctrlPr>
                      </m:sSubPr>
                      <m:e>
                        <m:r>
                          <a:rPr lang="fr-BE" sz="2800" b="0" i="1" smtClean="0">
                            <a:latin typeface="Cambria Math" panose="02040503050406030204" pitchFamily="18" charset="0"/>
                            <a:ea typeface="Cambria Math" panose="02040503050406030204" pitchFamily="18" charset="0"/>
                          </a:rPr>
                          <m:t>𝜀</m:t>
                        </m:r>
                      </m:e>
                      <m:sub>
                        <m:r>
                          <a:rPr lang="fr-BE" sz="2800" b="0" i="1" smtClean="0">
                            <a:latin typeface="Cambria Math" panose="02040503050406030204" pitchFamily="18" charset="0"/>
                          </a:rPr>
                          <m:t>𝑡</m:t>
                        </m:r>
                        <m:r>
                          <a:rPr lang="fr-BE" sz="2800" b="0" i="1" smtClean="0">
                            <a:latin typeface="Cambria Math" panose="02040503050406030204" pitchFamily="18" charset="0"/>
                          </a:rPr>
                          <m:t>−1</m:t>
                        </m:r>
                      </m:sub>
                    </m:sSub>
                    <m:r>
                      <a:rPr lang="fr-BE" sz="2800" b="0" i="1" smtClean="0">
                        <a:latin typeface="Cambria Math" panose="02040503050406030204" pitchFamily="18" charset="0"/>
                      </a:rPr>
                      <m:t>+⋯+</m:t>
                    </m:r>
                    <m:sSub>
                      <m:sSubPr>
                        <m:ctrlPr>
                          <a:rPr lang="fr-BE" sz="2800" b="0" i="1" smtClean="0">
                            <a:latin typeface="Cambria Math" panose="02040503050406030204" pitchFamily="18" charset="0"/>
                            <a:ea typeface="Cambria Math" panose="02040503050406030204" pitchFamily="18" charset="0"/>
                          </a:rPr>
                        </m:ctrlPr>
                      </m:sSubPr>
                      <m:e>
                        <m:r>
                          <a:rPr lang="fr-BE" sz="2800" b="0" i="1" smtClean="0">
                            <a:latin typeface="Cambria Math" panose="02040503050406030204" pitchFamily="18" charset="0"/>
                            <a:ea typeface="Cambria Math" panose="02040503050406030204" pitchFamily="18" charset="0"/>
                          </a:rPr>
                          <m:t>𝜃</m:t>
                        </m:r>
                      </m:e>
                      <m:sub>
                        <m:r>
                          <a:rPr lang="fr-BE" sz="2800" b="0" i="1" smtClean="0">
                            <a:latin typeface="Cambria Math" panose="02040503050406030204" pitchFamily="18" charset="0"/>
                            <a:ea typeface="Cambria Math" panose="02040503050406030204" pitchFamily="18" charset="0"/>
                          </a:rPr>
                          <m:t>𝑞</m:t>
                        </m:r>
                      </m:sub>
                    </m:sSub>
                    <m:sSub>
                      <m:sSubPr>
                        <m:ctrlPr>
                          <a:rPr lang="fr-BE" sz="2800" b="0" i="1" smtClean="0">
                            <a:latin typeface="Cambria Math" panose="02040503050406030204" pitchFamily="18" charset="0"/>
                            <a:ea typeface="Cambria Math" panose="02040503050406030204" pitchFamily="18" charset="0"/>
                          </a:rPr>
                        </m:ctrlPr>
                      </m:sSubPr>
                      <m:e>
                        <m:r>
                          <a:rPr lang="fr-BE" sz="2800" b="0" i="1" smtClean="0">
                            <a:latin typeface="Cambria Math" panose="02040503050406030204" pitchFamily="18" charset="0"/>
                            <a:ea typeface="Cambria Math" panose="02040503050406030204" pitchFamily="18" charset="0"/>
                          </a:rPr>
                          <m:t>𝜀</m:t>
                        </m:r>
                      </m:e>
                      <m:sub>
                        <m:r>
                          <a:rPr lang="fr-BE" sz="2800" b="0" i="1" smtClean="0">
                            <a:latin typeface="Cambria Math" panose="02040503050406030204" pitchFamily="18" charset="0"/>
                          </a:rPr>
                          <m:t>𝑡</m:t>
                        </m:r>
                        <m:r>
                          <a:rPr lang="fr-BE" sz="2800" b="0" i="1" smtClean="0">
                            <a:latin typeface="Cambria Math" panose="02040503050406030204" pitchFamily="18" charset="0"/>
                          </a:rPr>
                          <m:t>−</m:t>
                        </m:r>
                        <m:r>
                          <a:rPr lang="fr-BE" sz="2800" b="0" i="1" smtClean="0">
                            <a:latin typeface="Cambria Math" panose="02040503050406030204" pitchFamily="18" charset="0"/>
                          </a:rPr>
                          <m:t>𝑞</m:t>
                        </m:r>
                      </m:sub>
                    </m:sSub>
                  </m:oMath>
                </a14:m>
                <a:r>
                  <a:rPr lang="en-GB" sz="2800" dirty="0"/>
                  <a:t> 	</a:t>
                </a:r>
              </a:p>
            </p:txBody>
          </p:sp>
        </mc:Choice>
        <mc:Fallback>
          <p:sp>
            <p:nvSpPr>
              <p:cNvPr id="3" name="Content Placeholder 2">
                <a:extLst>
                  <a:ext uri="{FF2B5EF4-FFF2-40B4-BE49-F238E27FC236}">
                    <a16:creationId xmlns:a16="http://schemas.microsoft.com/office/drawing/2014/main" id="{EB48CCF9-3520-411B-8E09-F52C407B47A3}"/>
                  </a:ext>
                </a:extLst>
              </p:cNvPr>
              <p:cNvSpPr>
                <a:spLocks noGrp="1" noRot="1" noChangeAspect="1" noMove="1" noResize="1" noEditPoints="1" noAdjustHandles="1" noChangeArrowheads="1" noChangeShapeType="1" noTextEdit="1"/>
              </p:cNvSpPr>
              <p:nvPr>
                <p:ph sz="half" idx="2"/>
              </p:nvPr>
            </p:nvSpPr>
            <p:spPr>
              <a:blipFill>
                <a:blip r:embed="rId2"/>
                <a:stretch>
                  <a:fillRect l="-754" t="-2439"/>
                </a:stretch>
              </a:blipFill>
            </p:spPr>
            <p:txBody>
              <a:bodyPr/>
              <a:lstStyle/>
              <a:p>
                <a:r>
                  <a:rPr lang="en-GB">
                    <a:noFill/>
                  </a:rPr>
                  <a:t> </a:t>
                </a:r>
              </a:p>
            </p:txBody>
          </p:sp>
        </mc:Fallback>
      </mc:AlternateContent>
      <p:sp>
        <p:nvSpPr>
          <p:cNvPr id="5" name="Footer Placeholder 4">
            <a:extLst>
              <a:ext uri="{FF2B5EF4-FFF2-40B4-BE49-F238E27FC236}">
                <a16:creationId xmlns:a16="http://schemas.microsoft.com/office/drawing/2014/main" id="{D027C633-766E-47F8-9728-288EE84B58F6}"/>
              </a:ext>
            </a:extLst>
          </p:cNvPr>
          <p:cNvSpPr>
            <a:spLocks noGrp="1"/>
          </p:cNvSpPr>
          <p:nvPr>
            <p:ph type="ftr" sz="quarter" idx="4294967295"/>
          </p:nvPr>
        </p:nvSpPr>
        <p:spPr>
          <a:xfrm>
            <a:off x="0" y="0"/>
            <a:ext cx="0" cy="0"/>
          </a:xfrm>
        </p:spPr>
        <p:txBody>
          <a:bodyPr/>
          <a:lstStyle/>
          <a:p>
            <a:r>
              <a:rPr lang="en-GB"/>
              <a:t>Time Series</a:t>
            </a:r>
          </a:p>
        </p:txBody>
      </p:sp>
    </p:spTree>
    <p:extLst>
      <p:ext uri="{BB962C8B-B14F-4D97-AF65-F5344CB8AC3E}">
        <p14:creationId xmlns:p14="http://schemas.microsoft.com/office/powerpoint/2010/main" val="363854041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330004-2A8D-4374-8EFE-ADFC89CE3073}"/>
              </a:ext>
            </a:extLst>
          </p:cNvPr>
          <p:cNvSpPr>
            <a:spLocks noGrp="1"/>
          </p:cNvSpPr>
          <p:nvPr>
            <p:ph type="title"/>
          </p:nvPr>
        </p:nvSpPr>
        <p:spPr/>
        <p:txBody>
          <a:bodyPr/>
          <a:lstStyle/>
          <a:p>
            <a:r>
              <a:rPr lang="en-GB" dirty="0"/>
              <a:t>Arima models (definitions)</a:t>
            </a:r>
          </a:p>
        </p:txBody>
      </p:sp>
      <p:sp>
        <p:nvSpPr>
          <p:cNvPr id="4" name="Espace réservé du numéro de diapositive 3">
            <a:extLst>
              <a:ext uri="{FF2B5EF4-FFF2-40B4-BE49-F238E27FC236}">
                <a16:creationId xmlns:a16="http://schemas.microsoft.com/office/drawing/2014/main" id="{BADFD712-9779-1A00-8354-49373E4E2A95}"/>
              </a:ext>
            </a:extLst>
          </p:cNvPr>
          <p:cNvSpPr>
            <a:spLocks noGrp="1"/>
          </p:cNvSpPr>
          <p:nvPr>
            <p:ph type="sldNum" idx="12"/>
          </p:nvPr>
        </p:nvSpPr>
        <p:spPr/>
        <p:txBody>
          <a:bodyPr/>
          <a:lstStyle/>
          <a:p>
            <a:fld id="{71CC62B1-FA1F-4849-B719-012F8D8A46B3}" type="slidenum">
              <a:rPr lang="en-GB" smtClean="0"/>
              <a:t>14</a:t>
            </a:fld>
            <a:endParaRPr lang="en-GB"/>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3190E2B5-ABD5-409B-9F04-6E4A904B7191}"/>
                  </a:ext>
                </a:extLst>
              </p:cNvPr>
              <p:cNvSpPr>
                <a:spLocks noGrp="1"/>
              </p:cNvSpPr>
              <p:nvPr>
                <p:ph sz="half" idx="2"/>
              </p:nvPr>
            </p:nvSpPr>
            <p:spPr/>
            <p:txBody>
              <a:bodyPr/>
              <a:lstStyle/>
              <a:p>
                <a:r>
                  <a:rPr lang="en-GB" sz="2800" dirty="0"/>
                  <a:t>ARMA</a:t>
                </a:r>
                <a:r>
                  <a:rPr lang="fr-BE" sz="2800" b="0" dirty="0"/>
                  <a:t> </a:t>
                </a:r>
                <a14:m>
                  <m:oMath xmlns:m="http://schemas.openxmlformats.org/officeDocument/2006/math">
                    <m:r>
                      <a:rPr lang="fr-BE" sz="2800" b="0" i="1" smtClean="0">
                        <a:latin typeface="Cambria Math" panose="02040503050406030204" pitchFamily="18" charset="0"/>
                      </a:rPr>
                      <m:t>(</m:t>
                    </m:r>
                    <m:r>
                      <a:rPr lang="fr-BE" sz="2800" b="0" i="1" smtClean="0">
                        <a:latin typeface="Cambria Math" panose="02040503050406030204" pitchFamily="18" charset="0"/>
                      </a:rPr>
                      <m:t>𝑝</m:t>
                    </m:r>
                    <m:r>
                      <a:rPr lang="fr-BE" sz="2800" b="0" i="1" smtClean="0">
                        <a:latin typeface="Cambria Math" panose="02040503050406030204" pitchFamily="18" charset="0"/>
                      </a:rPr>
                      <m:t>, </m:t>
                    </m:r>
                    <m:r>
                      <a:rPr lang="fr-BE" sz="2800" b="0" i="1" smtClean="0">
                        <a:latin typeface="Cambria Math" panose="02040503050406030204" pitchFamily="18" charset="0"/>
                      </a:rPr>
                      <m:t>𝑞</m:t>
                    </m:r>
                    <m:r>
                      <a:rPr lang="fr-BE" sz="2800" b="0" i="1" smtClean="0">
                        <a:latin typeface="Cambria Math" panose="02040503050406030204" pitchFamily="18" charset="0"/>
                      </a:rPr>
                      <m:t>)</m:t>
                    </m:r>
                  </m:oMath>
                </a14:m>
                <a:endParaRPr lang="en-GB" sz="2800" dirty="0"/>
              </a:p>
              <a:p>
                <a:pPr lvl="1"/>
                <a14:m>
                  <m:oMath xmlns:m="http://schemas.openxmlformats.org/officeDocument/2006/math">
                    <m:r>
                      <m:rPr>
                        <m:sty m:val="p"/>
                      </m:rPr>
                      <a:rPr lang="el-GR" sz="2400" b="0" i="1" smtClean="0">
                        <a:latin typeface="Cambria Math" panose="02040503050406030204" pitchFamily="18" charset="0"/>
                        <a:ea typeface="Cambria Math" panose="02040503050406030204" pitchFamily="18" charset="0"/>
                      </a:rPr>
                      <m:t>Φ</m:t>
                    </m:r>
                    <m:d>
                      <m:dPr>
                        <m:ctrlPr>
                          <a:rPr lang="fr-BE" sz="2400" b="0" i="1" smtClean="0">
                            <a:latin typeface="Cambria Math" panose="02040503050406030204" pitchFamily="18" charset="0"/>
                            <a:ea typeface="Cambria Math" panose="02040503050406030204" pitchFamily="18" charset="0"/>
                          </a:rPr>
                        </m:ctrlPr>
                      </m:dPr>
                      <m:e>
                        <m:r>
                          <a:rPr lang="fr-BE" sz="2400" b="0" i="1" smtClean="0">
                            <a:latin typeface="Cambria Math" panose="02040503050406030204" pitchFamily="18" charset="0"/>
                            <a:ea typeface="Cambria Math" panose="02040503050406030204" pitchFamily="18" charset="0"/>
                          </a:rPr>
                          <m:t>𝐵</m:t>
                        </m:r>
                      </m:e>
                    </m:d>
                    <m:sSub>
                      <m:sSubPr>
                        <m:ctrlPr>
                          <a:rPr lang="fr-BE" sz="2400" b="0" i="1" smtClean="0">
                            <a:latin typeface="Cambria Math" panose="02040503050406030204" pitchFamily="18" charset="0"/>
                          </a:rPr>
                        </m:ctrlPr>
                      </m:sSubPr>
                      <m:e>
                        <m:r>
                          <a:rPr lang="fr-BE" sz="2400" b="0" i="1" smtClean="0">
                            <a:latin typeface="Cambria Math" panose="02040503050406030204" pitchFamily="18" charset="0"/>
                          </a:rPr>
                          <m:t>𝑥</m:t>
                        </m:r>
                      </m:e>
                      <m:sub>
                        <m:r>
                          <a:rPr lang="fr-BE" sz="2400" b="0" i="1" smtClean="0">
                            <a:latin typeface="Cambria Math" panose="02040503050406030204" pitchFamily="18" charset="0"/>
                          </a:rPr>
                          <m:t>𝑡</m:t>
                        </m:r>
                      </m:sub>
                    </m:sSub>
                    <m:r>
                      <a:rPr lang="fr-BE" sz="2400" b="0" i="1" smtClean="0">
                        <a:latin typeface="Cambria Math" panose="02040503050406030204" pitchFamily="18" charset="0"/>
                      </a:rPr>
                      <m:t>=</m:t>
                    </m:r>
                    <m:r>
                      <m:rPr>
                        <m:sty m:val="p"/>
                      </m:rPr>
                      <a:rPr lang="el-GR" sz="2400" b="0" i="1" smtClean="0">
                        <a:latin typeface="Cambria Math" panose="02040503050406030204" pitchFamily="18" charset="0"/>
                        <a:ea typeface="Cambria Math" panose="02040503050406030204" pitchFamily="18" charset="0"/>
                      </a:rPr>
                      <m:t>Θ</m:t>
                    </m:r>
                    <m:d>
                      <m:dPr>
                        <m:ctrlPr>
                          <a:rPr lang="fr-BE" sz="2400" b="0" i="1" smtClean="0">
                            <a:latin typeface="Cambria Math" panose="02040503050406030204" pitchFamily="18" charset="0"/>
                            <a:ea typeface="Cambria Math" panose="02040503050406030204" pitchFamily="18" charset="0"/>
                          </a:rPr>
                        </m:ctrlPr>
                      </m:dPr>
                      <m:e>
                        <m:r>
                          <a:rPr lang="fr-BE" sz="2400" b="0" i="1" smtClean="0">
                            <a:latin typeface="Cambria Math" panose="02040503050406030204" pitchFamily="18" charset="0"/>
                            <a:ea typeface="Cambria Math" panose="02040503050406030204" pitchFamily="18" charset="0"/>
                          </a:rPr>
                          <m:t>𝐵</m:t>
                        </m:r>
                      </m:e>
                    </m:d>
                    <m:sSub>
                      <m:sSubPr>
                        <m:ctrlPr>
                          <a:rPr lang="fr-BE" sz="2400" b="0" i="1" smtClean="0">
                            <a:latin typeface="Cambria Math" panose="02040503050406030204" pitchFamily="18" charset="0"/>
                            <a:ea typeface="Cambria Math" panose="02040503050406030204" pitchFamily="18" charset="0"/>
                          </a:rPr>
                        </m:ctrlPr>
                      </m:sSubPr>
                      <m:e>
                        <m:r>
                          <a:rPr lang="fr-BE" sz="2400" b="0" i="1" smtClean="0">
                            <a:latin typeface="Cambria Math" panose="02040503050406030204" pitchFamily="18" charset="0"/>
                            <a:ea typeface="Cambria Math" panose="02040503050406030204" pitchFamily="18" charset="0"/>
                          </a:rPr>
                          <m:t>𝜀</m:t>
                        </m:r>
                      </m:e>
                      <m:sub>
                        <m:r>
                          <a:rPr lang="fr-BE" sz="2400" b="0" i="1" smtClean="0">
                            <a:latin typeface="Cambria Math" panose="02040503050406030204" pitchFamily="18" charset="0"/>
                          </a:rPr>
                          <m:t>𝑡</m:t>
                        </m:r>
                      </m:sub>
                    </m:sSub>
                  </m:oMath>
                </a14:m>
                <a:endParaRPr lang="en-GB" sz="2400" dirty="0"/>
              </a:p>
              <a:p>
                <a:r>
                  <a:rPr lang="en-GB" sz="2800" dirty="0"/>
                  <a:t>SARIMA</a:t>
                </a:r>
                <a14:m>
                  <m:oMath xmlns:m="http://schemas.openxmlformats.org/officeDocument/2006/math">
                    <m:r>
                      <a:rPr lang="fr-BE" sz="2800" b="0" i="1" smtClean="0">
                        <a:latin typeface="Cambria Math" panose="02040503050406030204" pitchFamily="18" charset="0"/>
                      </a:rPr>
                      <m:t>(</m:t>
                    </m:r>
                    <m:r>
                      <a:rPr lang="fr-BE" sz="2800" b="0" i="1" smtClean="0">
                        <a:latin typeface="Cambria Math" panose="02040503050406030204" pitchFamily="18" charset="0"/>
                      </a:rPr>
                      <m:t>𝑝</m:t>
                    </m:r>
                    <m:r>
                      <a:rPr lang="fr-BE" sz="2800" b="0" i="1" smtClean="0">
                        <a:latin typeface="Cambria Math" panose="02040503050406030204" pitchFamily="18" charset="0"/>
                      </a:rPr>
                      <m:t>,</m:t>
                    </m:r>
                    <m:r>
                      <a:rPr lang="fr-BE" sz="2800" b="0" i="1" smtClean="0">
                        <a:latin typeface="Cambria Math" panose="02040503050406030204" pitchFamily="18" charset="0"/>
                      </a:rPr>
                      <m:t>𝑑</m:t>
                    </m:r>
                    <m:r>
                      <a:rPr lang="fr-BE" sz="2800" b="0" i="1" smtClean="0">
                        <a:latin typeface="Cambria Math" panose="02040503050406030204" pitchFamily="18" charset="0"/>
                      </a:rPr>
                      <m:t>,</m:t>
                    </m:r>
                    <m:r>
                      <a:rPr lang="fr-BE" sz="2800" b="0" i="1" smtClean="0">
                        <a:latin typeface="Cambria Math" panose="02040503050406030204" pitchFamily="18" charset="0"/>
                      </a:rPr>
                      <m:t>𝑞</m:t>
                    </m:r>
                    <m:r>
                      <a:rPr lang="fr-BE" sz="2800" b="0" i="1" smtClean="0">
                        <a:latin typeface="Cambria Math" panose="02040503050406030204" pitchFamily="18" charset="0"/>
                      </a:rPr>
                      <m:t>)</m:t>
                    </m:r>
                    <m:sSub>
                      <m:sSubPr>
                        <m:ctrlPr>
                          <a:rPr lang="fr-BE" sz="2800" b="0" i="1" smtClean="0">
                            <a:latin typeface="Cambria Math" panose="02040503050406030204" pitchFamily="18" charset="0"/>
                          </a:rPr>
                        </m:ctrlPr>
                      </m:sSubPr>
                      <m:e>
                        <m:r>
                          <a:rPr lang="fr-BE" sz="2800" b="0" i="1" smtClean="0">
                            <a:latin typeface="Cambria Math" panose="02040503050406030204" pitchFamily="18" charset="0"/>
                          </a:rPr>
                          <m:t>(</m:t>
                        </m:r>
                        <m:r>
                          <a:rPr lang="fr-BE" sz="2800" b="0" i="1" smtClean="0">
                            <a:latin typeface="Cambria Math" panose="02040503050406030204" pitchFamily="18" charset="0"/>
                          </a:rPr>
                          <m:t>𝑏𝑝</m:t>
                        </m:r>
                        <m:r>
                          <a:rPr lang="fr-BE" sz="2800" b="0" i="1" smtClean="0">
                            <a:latin typeface="Cambria Math" panose="02040503050406030204" pitchFamily="18" charset="0"/>
                          </a:rPr>
                          <m:t>, </m:t>
                        </m:r>
                        <m:r>
                          <a:rPr lang="fr-BE" sz="2800" b="0" i="1" smtClean="0">
                            <a:latin typeface="Cambria Math" panose="02040503050406030204" pitchFamily="18" charset="0"/>
                          </a:rPr>
                          <m:t>𝑏𝑑</m:t>
                        </m:r>
                        <m:r>
                          <a:rPr lang="fr-BE" sz="2800" b="0" i="1" smtClean="0">
                            <a:latin typeface="Cambria Math" panose="02040503050406030204" pitchFamily="18" charset="0"/>
                          </a:rPr>
                          <m:t>, </m:t>
                        </m:r>
                        <m:r>
                          <a:rPr lang="fr-BE" sz="2800" b="0" i="1" smtClean="0">
                            <a:latin typeface="Cambria Math" panose="02040503050406030204" pitchFamily="18" charset="0"/>
                          </a:rPr>
                          <m:t>𝑏𝑞</m:t>
                        </m:r>
                        <m:r>
                          <a:rPr lang="fr-BE" sz="2800" b="0" i="1" smtClean="0">
                            <a:latin typeface="Cambria Math" panose="02040503050406030204" pitchFamily="18" charset="0"/>
                          </a:rPr>
                          <m:t>)</m:t>
                        </m:r>
                      </m:e>
                      <m:sub>
                        <m:r>
                          <a:rPr lang="fr-BE" sz="2800" b="0" i="1" smtClean="0">
                            <a:latin typeface="Cambria Math" panose="02040503050406030204" pitchFamily="18" charset="0"/>
                          </a:rPr>
                          <m:t>𝑠</m:t>
                        </m:r>
                      </m:sub>
                    </m:sSub>
                  </m:oMath>
                </a14:m>
                <a:endParaRPr lang="en-GB" sz="2800" dirty="0"/>
              </a:p>
              <a:p>
                <a:pPr lvl="1"/>
                <a14:m>
                  <m:oMath xmlns:m="http://schemas.openxmlformats.org/officeDocument/2006/math">
                    <m:sSup>
                      <m:sSupPr>
                        <m:ctrlPr>
                          <a:rPr lang="fr-BE" sz="2400" b="0" i="1" smtClean="0">
                            <a:latin typeface="Cambria Math" panose="02040503050406030204" pitchFamily="18" charset="0"/>
                            <a:ea typeface="Cambria Math" panose="02040503050406030204" pitchFamily="18" charset="0"/>
                          </a:rPr>
                        </m:ctrlPr>
                      </m:sSupPr>
                      <m:e>
                        <m:r>
                          <a:rPr lang="fr-BE" sz="2400" b="0" i="1" smtClean="0">
                            <a:latin typeface="Cambria Math" panose="02040503050406030204" pitchFamily="18" charset="0"/>
                            <a:ea typeface="Cambria Math" panose="02040503050406030204" pitchFamily="18" charset="0"/>
                          </a:rPr>
                          <m:t>(1−</m:t>
                        </m:r>
                        <m:r>
                          <a:rPr lang="fr-BE" sz="2400" b="0" i="1" smtClean="0">
                            <a:latin typeface="Cambria Math" panose="02040503050406030204" pitchFamily="18" charset="0"/>
                            <a:ea typeface="Cambria Math" panose="02040503050406030204" pitchFamily="18" charset="0"/>
                          </a:rPr>
                          <m:t>𝐵</m:t>
                        </m:r>
                        <m:r>
                          <a:rPr lang="fr-BE" sz="2400" b="0" i="1" smtClean="0">
                            <a:latin typeface="Cambria Math" panose="02040503050406030204" pitchFamily="18" charset="0"/>
                            <a:ea typeface="Cambria Math" panose="02040503050406030204" pitchFamily="18" charset="0"/>
                          </a:rPr>
                          <m:t>)</m:t>
                        </m:r>
                      </m:e>
                      <m:sup>
                        <m:r>
                          <a:rPr lang="fr-BE" sz="2400" b="0" i="1" smtClean="0">
                            <a:latin typeface="Cambria Math" panose="02040503050406030204" pitchFamily="18" charset="0"/>
                            <a:ea typeface="Cambria Math" panose="02040503050406030204" pitchFamily="18" charset="0"/>
                          </a:rPr>
                          <m:t>𝑑</m:t>
                        </m:r>
                      </m:sup>
                    </m:sSup>
                    <m:sSup>
                      <m:sSupPr>
                        <m:ctrlPr>
                          <a:rPr lang="fr-BE" sz="2400" b="0" i="1" smtClean="0">
                            <a:latin typeface="Cambria Math" panose="02040503050406030204" pitchFamily="18" charset="0"/>
                            <a:ea typeface="Cambria Math" panose="02040503050406030204" pitchFamily="18" charset="0"/>
                          </a:rPr>
                        </m:ctrlPr>
                      </m:sSupPr>
                      <m:e>
                        <m:r>
                          <a:rPr lang="fr-BE" sz="2400" b="0" i="1" smtClean="0">
                            <a:latin typeface="Cambria Math" panose="02040503050406030204" pitchFamily="18" charset="0"/>
                            <a:ea typeface="Cambria Math" panose="02040503050406030204" pitchFamily="18" charset="0"/>
                          </a:rPr>
                          <m:t>(1−</m:t>
                        </m:r>
                        <m:sSup>
                          <m:sSupPr>
                            <m:ctrlPr>
                              <a:rPr lang="fr-BE" sz="2400" b="0" i="1" smtClean="0">
                                <a:latin typeface="Cambria Math" panose="02040503050406030204" pitchFamily="18" charset="0"/>
                                <a:ea typeface="Cambria Math" panose="02040503050406030204" pitchFamily="18" charset="0"/>
                              </a:rPr>
                            </m:ctrlPr>
                          </m:sSupPr>
                          <m:e>
                            <m:r>
                              <a:rPr lang="fr-BE" sz="2400" b="0" i="1" smtClean="0">
                                <a:latin typeface="Cambria Math" panose="02040503050406030204" pitchFamily="18" charset="0"/>
                                <a:ea typeface="Cambria Math" panose="02040503050406030204" pitchFamily="18" charset="0"/>
                              </a:rPr>
                              <m:t>𝐵</m:t>
                            </m:r>
                          </m:e>
                          <m:sup>
                            <m:r>
                              <a:rPr lang="fr-BE" sz="2400" b="0" i="1" smtClean="0">
                                <a:latin typeface="Cambria Math" panose="02040503050406030204" pitchFamily="18" charset="0"/>
                                <a:ea typeface="Cambria Math" panose="02040503050406030204" pitchFamily="18" charset="0"/>
                              </a:rPr>
                              <m:t>𝑠</m:t>
                            </m:r>
                          </m:sup>
                        </m:sSup>
                        <m:r>
                          <a:rPr lang="fr-BE" sz="2400" b="0" i="1" smtClean="0">
                            <a:latin typeface="Cambria Math" panose="02040503050406030204" pitchFamily="18" charset="0"/>
                            <a:ea typeface="Cambria Math" panose="02040503050406030204" pitchFamily="18" charset="0"/>
                          </a:rPr>
                          <m:t>)</m:t>
                        </m:r>
                      </m:e>
                      <m:sup>
                        <m:r>
                          <a:rPr lang="fr-BE" sz="2400" b="0" i="1" smtClean="0">
                            <a:latin typeface="Cambria Math" panose="02040503050406030204" pitchFamily="18" charset="0"/>
                            <a:ea typeface="Cambria Math" panose="02040503050406030204" pitchFamily="18" charset="0"/>
                          </a:rPr>
                          <m:t>𝑏𝑑</m:t>
                        </m:r>
                      </m:sup>
                    </m:sSup>
                    <m:r>
                      <m:rPr>
                        <m:sty m:val="p"/>
                      </m:rPr>
                      <a:rPr lang="el-GR" sz="2400" b="0" i="1" smtClean="0">
                        <a:latin typeface="Cambria Math" panose="02040503050406030204" pitchFamily="18" charset="0"/>
                        <a:ea typeface="Cambria Math" panose="02040503050406030204" pitchFamily="18" charset="0"/>
                      </a:rPr>
                      <m:t>Φ</m:t>
                    </m:r>
                    <m:d>
                      <m:dPr>
                        <m:ctrlPr>
                          <a:rPr lang="fr-BE" sz="2400" b="0" i="1" smtClean="0">
                            <a:latin typeface="Cambria Math" panose="02040503050406030204" pitchFamily="18" charset="0"/>
                            <a:ea typeface="Cambria Math" panose="02040503050406030204" pitchFamily="18" charset="0"/>
                          </a:rPr>
                        </m:ctrlPr>
                      </m:dPr>
                      <m:e>
                        <m:r>
                          <a:rPr lang="fr-BE" sz="2400" b="0" i="1" smtClean="0">
                            <a:latin typeface="Cambria Math" panose="02040503050406030204" pitchFamily="18" charset="0"/>
                            <a:ea typeface="Cambria Math" panose="02040503050406030204" pitchFamily="18" charset="0"/>
                          </a:rPr>
                          <m:t>𝐵</m:t>
                        </m:r>
                      </m:e>
                    </m:d>
                    <m:sSub>
                      <m:sSubPr>
                        <m:ctrlPr>
                          <a:rPr lang="el-GR" sz="2400" b="0" i="1" smtClean="0">
                            <a:latin typeface="Cambria Math" panose="02040503050406030204" pitchFamily="18" charset="0"/>
                            <a:ea typeface="Cambria Math" panose="02040503050406030204" pitchFamily="18" charset="0"/>
                          </a:rPr>
                        </m:ctrlPr>
                      </m:sSubPr>
                      <m:e>
                        <m:r>
                          <m:rPr>
                            <m:sty m:val="p"/>
                          </m:rPr>
                          <a:rPr lang="el-GR" sz="2400" b="0" i="1" smtClean="0">
                            <a:latin typeface="Cambria Math" panose="02040503050406030204" pitchFamily="18" charset="0"/>
                            <a:ea typeface="Cambria Math" panose="02040503050406030204" pitchFamily="18" charset="0"/>
                          </a:rPr>
                          <m:t>Φ</m:t>
                        </m:r>
                      </m:e>
                      <m:sub>
                        <m:r>
                          <a:rPr lang="fr-BE" sz="2400" b="0" i="1" smtClean="0">
                            <a:latin typeface="Cambria Math" panose="02040503050406030204" pitchFamily="18" charset="0"/>
                          </a:rPr>
                          <m:t>𝑠</m:t>
                        </m:r>
                      </m:sub>
                    </m:sSub>
                    <m:r>
                      <a:rPr lang="fr-BE" sz="2400" b="0" i="1" smtClean="0">
                        <a:latin typeface="Cambria Math" panose="02040503050406030204" pitchFamily="18" charset="0"/>
                      </a:rPr>
                      <m:t>(</m:t>
                    </m:r>
                    <m:sSup>
                      <m:sSupPr>
                        <m:ctrlPr>
                          <a:rPr lang="fr-BE" sz="2400" b="0" i="1" smtClean="0">
                            <a:latin typeface="Cambria Math" panose="02040503050406030204" pitchFamily="18" charset="0"/>
                            <a:ea typeface="Cambria Math" panose="02040503050406030204" pitchFamily="18" charset="0"/>
                          </a:rPr>
                        </m:ctrlPr>
                      </m:sSupPr>
                      <m:e>
                        <m:r>
                          <a:rPr lang="fr-BE" sz="2400" b="0" i="1" smtClean="0">
                            <a:latin typeface="Cambria Math" panose="02040503050406030204" pitchFamily="18" charset="0"/>
                            <a:ea typeface="Cambria Math" panose="02040503050406030204" pitchFamily="18" charset="0"/>
                          </a:rPr>
                          <m:t>𝐵</m:t>
                        </m:r>
                      </m:e>
                      <m:sup>
                        <m:r>
                          <a:rPr lang="fr-BE" sz="2400" b="0" i="1" smtClean="0">
                            <a:latin typeface="Cambria Math" panose="02040503050406030204" pitchFamily="18" charset="0"/>
                            <a:ea typeface="Cambria Math" panose="02040503050406030204" pitchFamily="18" charset="0"/>
                          </a:rPr>
                          <m:t>𝑠</m:t>
                        </m:r>
                      </m:sup>
                    </m:sSup>
                    <m:r>
                      <a:rPr lang="fr-BE" sz="2400" b="0" i="1" smtClean="0">
                        <a:latin typeface="Cambria Math" panose="02040503050406030204" pitchFamily="18" charset="0"/>
                        <a:ea typeface="Cambria Math" panose="02040503050406030204" pitchFamily="18" charset="0"/>
                      </a:rPr>
                      <m:t>)</m:t>
                    </m:r>
                    <m:sSub>
                      <m:sSubPr>
                        <m:ctrlPr>
                          <a:rPr lang="fr-BE" sz="2400" b="0" i="1" smtClean="0">
                            <a:latin typeface="Cambria Math" panose="02040503050406030204" pitchFamily="18" charset="0"/>
                          </a:rPr>
                        </m:ctrlPr>
                      </m:sSubPr>
                      <m:e>
                        <m:r>
                          <a:rPr lang="fr-BE" sz="2400" b="0" i="1" smtClean="0">
                            <a:latin typeface="Cambria Math" panose="02040503050406030204" pitchFamily="18" charset="0"/>
                          </a:rPr>
                          <m:t>𝑥</m:t>
                        </m:r>
                      </m:e>
                      <m:sub>
                        <m:r>
                          <a:rPr lang="fr-BE" sz="2400" b="0" i="1" smtClean="0">
                            <a:latin typeface="Cambria Math" panose="02040503050406030204" pitchFamily="18" charset="0"/>
                          </a:rPr>
                          <m:t>𝑡</m:t>
                        </m:r>
                      </m:sub>
                    </m:sSub>
                    <m:r>
                      <a:rPr lang="fr-BE" sz="2400" b="0" i="1" smtClean="0">
                        <a:latin typeface="Cambria Math" panose="02040503050406030204" pitchFamily="18" charset="0"/>
                      </a:rPr>
                      <m:t>=</m:t>
                    </m:r>
                    <m:r>
                      <m:rPr>
                        <m:sty m:val="p"/>
                      </m:rPr>
                      <a:rPr lang="el-GR" sz="2400" b="0" i="1" smtClean="0">
                        <a:latin typeface="Cambria Math" panose="02040503050406030204" pitchFamily="18" charset="0"/>
                        <a:ea typeface="Cambria Math" panose="02040503050406030204" pitchFamily="18" charset="0"/>
                      </a:rPr>
                      <m:t>Θ</m:t>
                    </m:r>
                    <m:d>
                      <m:dPr>
                        <m:ctrlPr>
                          <a:rPr lang="fr-BE" sz="2400" b="0" i="1" smtClean="0">
                            <a:latin typeface="Cambria Math" panose="02040503050406030204" pitchFamily="18" charset="0"/>
                            <a:ea typeface="Cambria Math" panose="02040503050406030204" pitchFamily="18" charset="0"/>
                          </a:rPr>
                        </m:ctrlPr>
                      </m:dPr>
                      <m:e>
                        <m:r>
                          <a:rPr lang="fr-BE" sz="2400" b="0" i="1" smtClean="0">
                            <a:latin typeface="Cambria Math" panose="02040503050406030204" pitchFamily="18" charset="0"/>
                            <a:ea typeface="Cambria Math" panose="02040503050406030204" pitchFamily="18" charset="0"/>
                          </a:rPr>
                          <m:t>𝐵</m:t>
                        </m:r>
                      </m:e>
                    </m:d>
                    <m:sSub>
                      <m:sSubPr>
                        <m:ctrlPr>
                          <a:rPr lang="el-GR" sz="2400" b="0" i="1" smtClean="0">
                            <a:latin typeface="Cambria Math" panose="02040503050406030204" pitchFamily="18" charset="0"/>
                            <a:ea typeface="Cambria Math" panose="02040503050406030204" pitchFamily="18" charset="0"/>
                          </a:rPr>
                        </m:ctrlPr>
                      </m:sSubPr>
                      <m:e>
                        <m:r>
                          <m:rPr>
                            <m:sty m:val="p"/>
                          </m:rPr>
                          <a:rPr lang="el-GR" sz="2400" b="0" i="1" smtClean="0">
                            <a:latin typeface="Cambria Math" panose="02040503050406030204" pitchFamily="18" charset="0"/>
                            <a:ea typeface="Cambria Math" panose="02040503050406030204" pitchFamily="18" charset="0"/>
                          </a:rPr>
                          <m:t>Θ</m:t>
                        </m:r>
                      </m:e>
                      <m:sub>
                        <m:r>
                          <a:rPr lang="fr-BE" sz="2400" b="0" i="1" smtClean="0">
                            <a:latin typeface="Cambria Math" panose="02040503050406030204" pitchFamily="18" charset="0"/>
                          </a:rPr>
                          <m:t>𝑠</m:t>
                        </m:r>
                      </m:sub>
                    </m:sSub>
                    <m:r>
                      <a:rPr lang="fr-BE" sz="2400" b="0" i="1" smtClean="0">
                        <a:latin typeface="Cambria Math" panose="02040503050406030204" pitchFamily="18" charset="0"/>
                      </a:rPr>
                      <m:t>(</m:t>
                    </m:r>
                    <m:sSup>
                      <m:sSupPr>
                        <m:ctrlPr>
                          <a:rPr lang="fr-BE" sz="2400" b="0" i="1" smtClean="0">
                            <a:latin typeface="Cambria Math" panose="02040503050406030204" pitchFamily="18" charset="0"/>
                            <a:ea typeface="Cambria Math" panose="02040503050406030204" pitchFamily="18" charset="0"/>
                          </a:rPr>
                        </m:ctrlPr>
                      </m:sSupPr>
                      <m:e>
                        <m:r>
                          <a:rPr lang="fr-BE" sz="2400" b="0" i="1" smtClean="0">
                            <a:latin typeface="Cambria Math" panose="02040503050406030204" pitchFamily="18" charset="0"/>
                            <a:ea typeface="Cambria Math" panose="02040503050406030204" pitchFamily="18" charset="0"/>
                          </a:rPr>
                          <m:t>𝐵</m:t>
                        </m:r>
                      </m:e>
                      <m:sup>
                        <m:r>
                          <a:rPr lang="fr-BE" sz="2400" b="0" i="1" smtClean="0">
                            <a:latin typeface="Cambria Math" panose="02040503050406030204" pitchFamily="18" charset="0"/>
                            <a:ea typeface="Cambria Math" panose="02040503050406030204" pitchFamily="18" charset="0"/>
                          </a:rPr>
                          <m:t>𝑠</m:t>
                        </m:r>
                      </m:sup>
                    </m:sSup>
                    <m:r>
                      <a:rPr lang="fr-BE" sz="2400" b="0" i="1" smtClean="0">
                        <a:latin typeface="Cambria Math" panose="02040503050406030204" pitchFamily="18" charset="0"/>
                        <a:ea typeface="Cambria Math" panose="02040503050406030204" pitchFamily="18" charset="0"/>
                      </a:rPr>
                      <m:t>)</m:t>
                    </m:r>
                    <m:sSub>
                      <m:sSubPr>
                        <m:ctrlPr>
                          <a:rPr lang="fr-BE" sz="2400" b="0" i="1" smtClean="0">
                            <a:latin typeface="Cambria Math" panose="02040503050406030204" pitchFamily="18" charset="0"/>
                            <a:ea typeface="Cambria Math" panose="02040503050406030204" pitchFamily="18" charset="0"/>
                          </a:rPr>
                        </m:ctrlPr>
                      </m:sSubPr>
                      <m:e>
                        <m:r>
                          <a:rPr lang="fr-BE" sz="2400" b="0" i="1" smtClean="0">
                            <a:latin typeface="Cambria Math" panose="02040503050406030204" pitchFamily="18" charset="0"/>
                            <a:ea typeface="Cambria Math" panose="02040503050406030204" pitchFamily="18" charset="0"/>
                          </a:rPr>
                          <m:t>𝜀</m:t>
                        </m:r>
                      </m:e>
                      <m:sub>
                        <m:r>
                          <a:rPr lang="fr-BE" sz="2400" b="0" i="1" smtClean="0">
                            <a:latin typeface="Cambria Math" panose="02040503050406030204" pitchFamily="18" charset="0"/>
                          </a:rPr>
                          <m:t>𝑡</m:t>
                        </m:r>
                      </m:sub>
                    </m:sSub>
                  </m:oMath>
                </a14:m>
                <a:endParaRPr lang="en-GB" sz="2400" dirty="0"/>
              </a:p>
              <a:p>
                <a:endParaRPr lang="en-GB" sz="2800" dirty="0"/>
              </a:p>
              <a:p>
                <a:r>
                  <a:rPr lang="en-GB" sz="2800" dirty="0"/>
                  <a:t>Airline model</a:t>
                </a:r>
              </a:p>
              <a:p>
                <a:pPr lvl="1"/>
                <a14:m>
                  <m:oMath xmlns:m="http://schemas.openxmlformats.org/officeDocument/2006/math">
                    <m:r>
                      <a:rPr lang="fr-BE" sz="2400" b="0" i="1" smtClean="0">
                        <a:latin typeface="Cambria Math" panose="02040503050406030204" pitchFamily="18" charset="0"/>
                        <a:ea typeface="Cambria Math" panose="02040503050406030204" pitchFamily="18" charset="0"/>
                      </a:rPr>
                      <m:t>(1−</m:t>
                    </m:r>
                    <m:r>
                      <a:rPr lang="fr-BE" sz="2400" b="0" i="1" smtClean="0">
                        <a:latin typeface="Cambria Math" panose="02040503050406030204" pitchFamily="18" charset="0"/>
                        <a:ea typeface="Cambria Math" panose="02040503050406030204" pitchFamily="18" charset="0"/>
                      </a:rPr>
                      <m:t>𝐵</m:t>
                    </m:r>
                    <m:r>
                      <a:rPr lang="fr-BE" sz="2400" b="0" i="1" smtClean="0">
                        <a:latin typeface="Cambria Math" panose="02040503050406030204" pitchFamily="18" charset="0"/>
                        <a:ea typeface="Cambria Math" panose="02040503050406030204" pitchFamily="18" charset="0"/>
                      </a:rPr>
                      <m:t>)(1−</m:t>
                    </m:r>
                    <m:sSup>
                      <m:sSupPr>
                        <m:ctrlPr>
                          <a:rPr lang="fr-BE" sz="2400" b="0" i="1" smtClean="0">
                            <a:latin typeface="Cambria Math" panose="02040503050406030204" pitchFamily="18" charset="0"/>
                            <a:ea typeface="Cambria Math" panose="02040503050406030204" pitchFamily="18" charset="0"/>
                          </a:rPr>
                        </m:ctrlPr>
                      </m:sSupPr>
                      <m:e>
                        <m:r>
                          <a:rPr lang="fr-BE" sz="2400" b="0" i="1" smtClean="0">
                            <a:latin typeface="Cambria Math" panose="02040503050406030204" pitchFamily="18" charset="0"/>
                            <a:ea typeface="Cambria Math" panose="02040503050406030204" pitchFamily="18" charset="0"/>
                          </a:rPr>
                          <m:t>𝐵</m:t>
                        </m:r>
                      </m:e>
                      <m:sup>
                        <m:r>
                          <a:rPr lang="fr-BE" sz="2400" b="0" i="1" smtClean="0">
                            <a:latin typeface="Cambria Math" panose="02040503050406030204" pitchFamily="18" charset="0"/>
                            <a:ea typeface="Cambria Math" panose="02040503050406030204" pitchFamily="18" charset="0"/>
                          </a:rPr>
                          <m:t>𝑠</m:t>
                        </m:r>
                      </m:sup>
                    </m:sSup>
                    <m:r>
                      <a:rPr lang="fr-BE" sz="2400" b="0" i="1" smtClean="0">
                        <a:latin typeface="Cambria Math" panose="02040503050406030204" pitchFamily="18" charset="0"/>
                        <a:ea typeface="Cambria Math" panose="02040503050406030204" pitchFamily="18" charset="0"/>
                      </a:rPr>
                      <m:t>)</m:t>
                    </m:r>
                    <m:sSub>
                      <m:sSubPr>
                        <m:ctrlPr>
                          <a:rPr lang="fr-BE" sz="2400" b="0" i="1" smtClean="0">
                            <a:latin typeface="Cambria Math" panose="02040503050406030204" pitchFamily="18" charset="0"/>
                          </a:rPr>
                        </m:ctrlPr>
                      </m:sSubPr>
                      <m:e>
                        <m:r>
                          <a:rPr lang="fr-BE" sz="2400" b="0" i="1" smtClean="0">
                            <a:latin typeface="Cambria Math" panose="02040503050406030204" pitchFamily="18" charset="0"/>
                          </a:rPr>
                          <m:t>𝑥</m:t>
                        </m:r>
                      </m:e>
                      <m:sub>
                        <m:r>
                          <a:rPr lang="fr-BE" sz="2400" b="0" i="1" smtClean="0">
                            <a:latin typeface="Cambria Math" panose="02040503050406030204" pitchFamily="18" charset="0"/>
                          </a:rPr>
                          <m:t>𝑡</m:t>
                        </m:r>
                      </m:sub>
                    </m:sSub>
                    <m:r>
                      <a:rPr lang="fr-BE" sz="2400" b="0" i="1" smtClean="0">
                        <a:latin typeface="Cambria Math" panose="02040503050406030204" pitchFamily="18" charset="0"/>
                      </a:rPr>
                      <m:t>=(1+</m:t>
                    </m:r>
                    <m:r>
                      <a:rPr lang="fr-BE" sz="2400" b="0" i="1" smtClean="0">
                        <a:latin typeface="Cambria Math" panose="02040503050406030204" pitchFamily="18" charset="0"/>
                        <a:ea typeface="Cambria Math" panose="02040503050406030204" pitchFamily="18" charset="0"/>
                      </a:rPr>
                      <m:t>𝜃</m:t>
                    </m:r>
                    <m:r>
                      <a:rPr lang="fr-BE" sz="2400" b="0" i="1" smtClean="0">
                        <a:latin typeface="Cambria Math" panose="02040503050406030204" pitchFamily="18" charset="0"/>
                        <a:ea typeface="Cambria Math" panose="02040503050406030204" pitchFamily="18" charset="0"/>
                      </a:rPr>
                      <m:t>𝐵</m:t>
                    </m:r>
                    <m:r>
                      <a:rPr lang="fr-BE" sz="2400" b="0" i="1" smtClean="0">
                        <a:latin typeface="Cambria Math" panose="02040503050406030204" pitchFamily="18" charset="0"/>
                        <a:ea typeface="Cambria Math" panose="02040503050406030204" pitchFamily="18" charset="0"/>
                      </a:rPr>
                      <m:t>)(1+</m:t>
                    </m:r>
                    <m:sSub>
                      <m:sSubPr>
                        <m:ctrlPr>
                          <a:rPr lang="fr-BE" sz="2400" b="0" i="1" smtClean="0">
                            <a:latin typeface="Cambria Math" panose="02040503050406030204" pitchFamily="18" charset="0"/>
                            <a:ea typeface="Cambria Math" panose="02040503050406030204" pitchFamily="18" charset="0"/>
                          </a:rPr>
                        </m:ctrlPr>
                      </m:sSubPr>
                      <m:e>
                        <m:r>
                          <a:rPr lang="fr-BE" sz="2400" b="0" i="1" smtClean="0">
                            <a:latin typeface="Cambria Math" panose="02040503050406030204" pitchFamily="18" charset="0"/>
                            <a:ea typeface="Cambria Math" panose="02040503050406030204" pitchFamily="18" charset="0"/>
                          </a:rPr>
                          <m:t>𝜃</m:t>
                        </m:r>
                      </m:e>
                      <m:sub>
                        <m:r>
                          <a:rPr lang="fr-BE" sz="2400" b="0" i="1" smtClean="0">
                            <a:latin typeface="Cambria Math" panose="02040503050406030204" pitchFamily="18" charset="0"/>
                            <a:ea typeface="Cambria Math" panose="02040503050406030204" pitchFamily="18" charset="0"/>
                          </a:rPr>
                          <m:t>𝑠</m:t>
                        </m:r>
                      </m:sub>
                    </m:sSub>
                    <m:sSup>
                      <m:sSupPr>
                        <m:ctrlPr>
                          <a:rPr lang="fr-BE" sz="2400" b="0" i="1" smtClean="0">
                            <a:latin typeface="Cambria Math" panose="02040503050406030204" pitchFamily="18" charset="0"/>
                            <a:ea typeface="Cambria Math" panose="02040503050406030204" pitchFamily="18" charset="0"/>
                          </a:rPr>
                        </m:ctrlPr>
                      </m:sSupPr>
                      <m:e>
                        <m:r>
                          <a:rPr lang="fr-BE" sz="2400" b="0" i="1" smtClean="0">
                            <a:latin typeface="Cambria Math" panose="02040503050406030204" pitchFamily="18" charset="0"/>
                            <a:ea typeface="Cambria Math" panose="02040503050406030204" pitchFamily="18" charset="0"/>
                          </a:rPr>
                          <m:t>𝐵</m:t>
                        </m:r>
                      </m:e>
                      <m:sup>
                        <m:r>
                          <a:rPr lang="fr-BE" sz="2400" b="0" i="1" smtClean="0">
                            <a:latin typeface="Cambria Math" panose="02040503050406030204" pitchFamily="18" charset="0"/>
                            <a:ea typeface="Cambria Math" panose="02040503050406030204" pitchFamily="18" charset="0"/>
                          </a:rPr>
                          <m:t>𝑠</m:t>
                        </m:r>
                      </m:sup>
                    </m:sSup>
                    <m:r>
                      <a:rPr lang="fr-BE" sz="2400" b="0" i="1" smtClean="0">
                        <a:latin typeface="Cambria Math" panose="02040503050406030204" pitchFamily="18" charset="0"/>
                        <a:ea typeface="Cambria Math" panose="02040503050406030204" pitchFamily="18" charset="0"/>
                      </a:rPr>
                      <m:t>)</m:t>
                    </m:r>
                    <m:r>
                      <a:rPr lang="el-GR" sz="2400" b="0" i="1" smtClean="0">
                        <a:latin typeface="Cambria Math" panose="02040503050406030204" pitchFamily="18" charset="0"/>
                        <a:ea typeface="Cambria Math" panose="02040503050406030204" pitchFamily="18" charset="0"/>
                      </a:rPr>
                      <m:t> </m:t>
                    </m:r>
                    <m:sSub>
                      <m:sSubPr>
                        <m:ctrlPr>
                          <a:rPr lang="fr-BE" sz="2400" b="0" i="1" smtClean="0">
                            <a:latin typeface="Cambria Math" panose="02040503050406030204" pitchFamily="18" charset="0"/>
                            <a:ea typeface="Cambria Math" panose="02040503050406030204" pitchFamily="18" charset="0"/>
                          </a:rPr>
                        </m:ctrlPr>
                      </m:sSubPr>
                      <m:e>
                        <m:r>
                          <a:rPr lang="fr-BE" sz="2400" b="0" i="1" smtClean="0">
                            <a:latin typeface="Cambria Math" panose="02040503050406030204" pitchFamily="18" charset="0"/>
                            <a:ea typeface="Cambria Math" panose="02040503050406030204" pitchFamily="18" charset="0"/>
                          </a:rPr>
                          <m:t>𝜀</m:t>
                        </m:r>
                      </m:e>
                      <m:sub>
                        <m:r>
                          <a:rPr lang="fr-BE" sz="2400" b="0" i="1" smtClean="0">
                            <a:latin typeface="Cambria Math" panose="02040503050406030204" pitchFamily="18" charset="0"/>
                          </a:rPr>
                          <m:t>𝑡</m:t>
                        </m:r>
                      </m:sub>
                    </m:sSub>
                  </m:oMath>
                </a14:m>
                <a:endParaRPr lang="en-GB" sz="2400" dirty="0"/>
              </a:p>
              <a:p>
                <a:pPr lvl="1"/>
                <a:endParaRPr lang="en-GB" sz="2400" dirty="0"/>
              </a:p>
              <a:p>
                <a:pPr lvl="1"/>
                <a:r>
                  <a:rPr lang="en-GB" sz="2400" dirty="0"/>
                  <a:t>Interpretation of </a:t>
                </a:r>
                <a14:m>
                  <m:oMath xmlns:m="http://schemas.openxmlformats.org/officeDocument/2006/math">
                    <m:sSub>
                      <m:sSubPr>
                        <m:ctrlPr>
                          <a:rPr lang="fr-BE" sz="2400" b="0" i="1" smtClean="0">
                            <a:latin typeface="Cambria Math" panose="02040503050406030204" pitchFamily="18" charset="0"/>
                          </a:rPr>
                        </m:ctrlPr>
                      </m:sSubPr>
                      <m:e>
                        <m:r>
                          <a:rPr lang="fr-BE" sz="2400" b="0" i="1" smtClean="0">
                            <a:latin typeface="Cambria Math" panose="02040503050406030204" pitchFamily="18" charset="0"/>
                          </a:rPr>
                          <m:t>𝑥</m:t>
                        </m:r>
                      </m:e>
                      <m:sub>
                        <m:r>
                          <a:rPr lang="fr-BE" sz="2400" b="0" i="1" smtClean="0">
                            <a:latin typeface="Cambria Math" panose="02040503050406030204" pitchFamily="18" charset="0"/>
                          </a:rPr>
                          <m:t>𝑡</m:t>
                        </m:r>
                      </m:sub>
                    </m:sSub>
                    <m:r>
                      <a:rPr lang="fr-BE" sz="2400" b="0" i="1" smtClean="0">
                        <a:latin typeface="Cambria Math" panose="02040503050406030204" pitchFamily="18" charset="0"/>
                      </a:rPr>
                      <m:t>=</m:t>
                    </m:r>
                    <m:sSub>
                      <m:sSubPr>
                        <m:ctrlPr>
                          <a:rPr lang="fr-BE" sz="2400" b="0" i="1" smtClean="0">
                            <a:latin typeface="Cambria Math" panose="02040503050406030204" pitchFamily="18" charset="0"/>
                          </a:rPr>
                        </m:ctrlPr>
                      </m:sSubPr>
                      <m:e>
                        <m:r>
                          <a:rPr lang="fr-BE" sz="2400" b="0" i="1" smtClean="0">
                            <a:latin typeface="Cambria Math" panose="02040503050406030204" pitchFamily="18" charset="0"/>
                          </a:rPr>
                          <m:t>𝑥</m:t>
                        </m:r>
                      </m:e>
                      <m:sub>
                        <m:r>
                          <a:rPr lang="fr-BE" sz="2400" b="0" i="1" smtClean="0">
                            <a:latin typeface="Cambria Math" panose="02040503050406030204" pitchFamily="18" charset="0"/>
                          </a:rPr>
                          <m:t>𝑡</m:t>
                        </m:r>
                        <m:r>
                          <a:rPr lang="fr-BE" sz="2400" b="0" i="1" smtClean="0">
                            <a:latin typeface="Cambria Math" panose="02040503050406030204" pitchFamily="18" charset="0"/>
                          </a:rPr>
                          <m:t>−12</m:t>
                        </m:r>
                      </m:sub>
                    </m:sSub>
                    <m:r>
                      <a:rPr lang="fr-BE" sz="2400" b="0" i="1" smtClean="0">
                        <a:latin typeface="Cambria Math" panose="02040503050406030204" pitchFamily="18" charset="0"/>
                      </a:rPr>
                      <m:t>+</m:t>
                    </m:r>
                    <m:sSub>
                      <m:sSubPr>
                        <m:ctrlPr>
                          <a:rPr lang="fr-BE" sz="2400" b="0" i="1" smtClean="0">
                            <a:latin typeface="Cambria Math" panose="02040503050406030204" pitchFamily="18" charset="0"/>
                            <a:ea typeface="Cambria Math" panose="02040503050406030204" pitchFamily="18" charset="0"/>
                          </a:rPr>
                        </m:ctrlPr>
                      </m:sSubPr>
                      <m:e>
                        <m:r>
                          <a:rPr lang="fr-BE" sz="2400" b="0" i="1" smtClean="0">
                            <a:latin typeface="Cambria Math" panose="02040503050406030204" pitchFamily="18" charset="0"/>
                            <a:ea typeface="Cambria Math" panose="02040503050406030204" pitchFamily="18" charset="0"/>
                          </a:rPr>
                          <m:t>𝜃</m:t>
                        </m:r>
                      </m:e>
                      <m:sub>
                        <m:r>
                          <a:rPr lang="fr-BE" sz="2400" b="0" i="1" smtClean="0">
                            <a:latin typeface="Cambria Math" panose="02040503050406030204" pitchFamily="18" charset="0"/>
                            <a:ea typeface="Cambria Math" panose="02040503050406030204" pitchFamily="18" charset="0"/>
                          </a:rPr>
                          <m:t>𝑠</m:t>
                        </m:r>
                      </m:sub>
                    </m:sSub>
                    <m:sSub>
                      <m:sSubPr>
                        <m:ctrlPr>
                          <a:rPr lang="fr-BE" sz="2400" b="0" i="1" smtClean="0">
                            <a:latin typeface="Cambria Math" panose="02040503050406030204" pitchFamily="18" charset="0"/>
                            <a:ea typeface="Cambria Math" panose="02040503050406030204" pitchFamily="18" charset="0"/>
                          </a:rPr>
                        </m:ctrlPr>
                      </m:sSubPr>
                      <m:e>
                        <m:r>
                          <a:rPr lang="fr-BE" sz="2400" b="0" i="1" smtClean="0">
                            <a:latin typeface="Cambria Math" panose="02040503050406030204" pitchFamily="18" charset="0"/>
                            <a:ea typeface="Cambria Math" panose="02040503050406030204" pitchFamily="18" charset="0"/>
                          </a:rPr>
                          <m:t>𝜀</m:t>
                        </m:r>
                      </m:e>
                      <m:sub>
                        <m:r>
                          <a:rPr lang="fr-BE" sz="2400" b="0" i="1" smtClean="0">
                            <a:latin typeface="Cambria Math" panose="02040503050406030204" pitchFamily="18" charset="0"/>
                          </a:rPr>
                          <m:t>𝑡</m:t>
                        </m:r>
                        <m:r>
                          <a:rPr lang="fr-BE" sz="2400" b="0" i="1" smtClean="0">
                            <a:latin typeface="Cambria Math" panose="02040503050406030204" pitchFamily="18" charset="0"/>
                          </a:rPr>
                          <m:t>−12</m:t>
                        </m:r>
                      </m:sub>
                    </m:sSub>
                    <m:r>
                      <a:rPr lang="fr-BE" sz="2400" b="0" i="1" smtClean="0">
                        <a:latin typeface="Cambria Math" panose="02040503050406030204" pitchFamily="18" charset="0"/>
                      </a:rPr>
                      <m:t>+</m:t>
                    </m:r>
                    <m:sSub>
                      <m:sSubPr>
                        <m:ctrlPr>
                          <a:rPr lang="fr-BE" sz="2400" b="0" i="1" smtClean="0">
                            <a:latin typeface="Cambria Math" panose="02040503050406030204" pitchFamily="18" charset="0"/>
                            <a:ea typeface="Cambria Math" panose="02040503050406030204" pitchFamily="18" charset="0"/>
                          </a:rPr>
                        </m:ctrlPr>
                      </m:sSubPr>
                      <m:e>
                        <m:r>
                          <a:rPr lang="fr-BE" sz="2400" b="0" i="1" smtClean="0">
                            <a:latin typeface="Cambria Math" panose="02040503050406030204" pitchFamily="18" charset="0"/>
                            <a:ea typeface="Cambria Math" panose="02040503050406030204" pitchFamily="18" charset="0"/>
                          </a:rPr>
                          <m:t>𝜀</m:t>
                        </m:r>
                      </m:e>
                      <m:sub>
                        <m:r>
                          <a:rPr lang="fr-BE" sz="2400" b="0" i="1" smtClean="0">
                            <a:latin typeface="Cambria Math" panose="02040503050406030204" pitchFamily="18" charset="0"/>
                          </a:rPr>
                          <m:t>𝑡</m:t>
                        </m:r>
                      </m:sub>
                    </m:sSub>
                  </m:oMath>
                </a14:m>
                <a:r>
                  <a:rPr lang="en-GB" sz="2400" dirty="0"/>
                  <a:t> : </a:t>
                </a:r>
                <a:r>
                  <a:rPr lang="en-GB" sz="2400" i="1" dirty="0"/>
                  <a:t>same as previous year, partially corrected for the “committed error”</a:t>
                </a:r>
              </a:p>
              <a:p>
                <a:endParaRPr lang="en-GB" dirty="0"/>
              </a:p>
            </p:txBody>
          </p:sp>
        </mc:Choice>
        <mc:Fallback>
          <p:sp>
            <p:nvSpPr>
              <p:cNvPr id="3" name="Content Placeholder 2">
                <a:extLst>
                  <a:ext uri="{FF2B5EF4-FFF2-40B4-BE49-F238E27FC236}">
                    <a16:creationId xmlns:a16="http://schemas.microsoft.com/office/drawing/2014/main" id="{3190E2B5-ABD5-409B-9F04-6E4A904B7191}"/>
                  </a:ext>
                </a:extLst>
              </p:cNvPr>
              <p:cNvSpPr>
                <a:spLocks noGrp="1" noRot="1" noChangeAspect="1" noMove="1" noResize="1" noEditPoints="1" noAdjustHandles="1" noChangeArrowheads="1" noChangeShapeType="1" noTextEdit="1"/>
              </p:cNvSpPr>
              <p:nvPr>
                <p:ph sz="half" idx="2"/>
              </p:nvPr>
            </p:nvSpPr>
            <p:spPr>
              <a:blipFill>
                <a:blip r:embed="rId2"/>
                <a:stretch>
                  <a:fillRect l="-754" t="-1974"/>
                </a:stretch>
              </a:blipFill>
            </p:spPr>
            <p:txBody>
              <a:bodyPr/>
              <a:lstStyle/>
              <a:p>
                <a:r>
                  <a:rPr lang="en-GB">
                    <a:noFill/>
                  </a:rPr>
                  <a:t> </a:t>
                </a:r>
              </a:p>
            </p:txBody>
          </p:sp>
        </mc:Fallback>
      </mc:AlternateContent>
      <p:sp>
        <p:nvSpPr>
          <p:cNvPr id="5" name="Footer Placeholder 4">
            <a:extLst>
              <a:ext uri="{FF2B5EF4-FFF2-40B4-BE49-F238E27FC236}">
                <a16:creationId xmlns:a16="http://schemas.microsoft.com/office/drawing/2014/main" id="{1D823E8E-3FFD-4589-BE47-404CC7568652}"/>
              </a:ext>
            </a:extLst>
          </p:cNvPr>
          <p:cNvSpPr>
            <a:spLocks noGrp="1"/>
          </p:cNvSpPr>
          <p:nvPr>
            <p:ph type="ftr" sz="quarter" idx="4294967295"/>
          </p:nvPr>
        </p:nvSpPr>
        <p:spPr>
          <a:xfrm>
            <a:off x="0" y="0"/>
            <a:ext cx="0" cy="0"/>
          </a:xfrm>
        </p:spPr>
        <p:txBody>
          <a:bodyPr/>
          <a:lstStyle/>
          <a:p>
            <a:r>
              <a:rPr lang="en-GB"/>
              <a:t>Time Series</a:t>
            </a:r>
          </a:p>
        </p:txBody>
      </p:sp>
    </p:spTree>
    <p:extLst>
      <p:ext uri="{BB962C8B-B14F-4D97-AF65-F5344CB8AC3E}">
        <p14:creationId xmlns:p14="http://schemas.microsoft.com/office/powerpoint/2010/main" val="25974825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134911-F8CB-480A-B171-279AD9259636}"/>
              </a:ext>
            </a:extLst>
          </p:cNvPr>
          <p:cNvSpPr>
            <a:spLocks noGrp="1"/>
          </p:cNvSpPr>
          <p:nvPr>
            <p:ph type="title"/>
          </p:nvPr>
        </p:nvSpPr>
        <p:spPr/>
        <p:txBody>
          <a:bodyPr/>
          <a:lstStyle/>
          <a:p>
            <a:r>
              <a:rPr lang="en-GB" dirty="0"/>
              <a:t>Arima model properties</a:t>
            </a:r>
          </a:p>
        </p:txBody>
      </p:sp>
      <p:sp>
        <p:nvSpPr>
          <p:cNvPr id="4" name="Espace réservé du numéro de diapositive 3">
            <a:extLst>
              <a:ext uri="{FF2B5EF4-FFF2-40B4-BE49-F238E27FC236}">
                <a16:creationId xmlns:a16="http://schemas.microsoft.com/office/drawing/2014/main" id="{51987D7A-EEE8-4602-2E49-EF97D6AEE52B}"/>
              </a:ext>
            </a:extLst>
          </p:cNvPr>
          <p:cNvSpPr>
            <a:spLocks noGrp="1"/>
          </p:cNvSpPr>
          <p:nvPr>
            <p:ph type="sldNum" idx="12"/>
          </p:nvPr>
        </p:nvSpPr>
        <p:spPr/>
        <p:txBody>
          <a:bodyPr/>
          <a:lstStyle/>
          <a:p>
            <a:fld id="{71CC62B1-FA1F-4849-B719-012F8D8A46B3}" type="slidenum">
              <a:rPr lang="en-GB" smtClean="0"/>
              <a:t>15</a:t>
            </a:fld>
            <a:endParaRPr lang="en-GB"/>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868297F8-BA6A-48E5-9382-E3D1FB89D815}"/>
                  </a:ext>
                </a:extLst>
              </p:cNvPr>
              <p:cNvSpPr>
                <a:spLocks noGrp="1"/>
              </p:cNvSpPr>
              <p:nvPr>
                <p:ph sz="half" idx="2"/>
              </p:nvPr>
            </p:nvSpPr>
            <p:spPr/>
            <p:txBody>
              <a:bodyPr>
                <a:normAutofit/>
              </a:bodyPr>
              <a:lstStyle/>
              <a:p>
                <a:r>
                  <a:rPr lang="en-GB" sz="2800" dirty="0"/>
                  <a:t>Wold representation of an ARMA model</a:t>
                </a:r>
              </a:p>
              <a:p>
                <a:pPr marL="457200" lvl="1" indent="0">
                  <a:buNone/>
                </a:pPr>
                <a14:m>
                  <m:oMathPara xmlns:m="http://schemas.openxmlformats.org/officeDocument/2006/math">
                    <m:oMathParaPr>
                      <m:jc m:val="left"/>
                    </m:oMathParaPr>
                    <m:oMath>
                      <m:r>
                        <m:rPr>
                          <m:sty m:val="p"/>
                        </m:rPr>
                        <a:rPr lang="en-GB" sz="2400" b="0" i="1" smtClean="0">
                          <a:latin typeface="Cambria Math" panose="02040503050406030204" pitchFamily="18" charset="0"/>
                          <a:ea typeface="Cambria Math" panose="02040503050406030204" pitchFamily="18" charset="0"/>
                        </a:rPr>
                        <m:t>Φ</m:t>
                      </m:r>
                      <m:d>
                        <m:dPr>
                          <m:ctrlPr>
                            <a:rPr lang="en-GB" sz="2400" b="0" i="1" smtClean="0">
                              <a:latin typeface="Cambria Math" panose="02040503050406030204" pitchFamily="18" charset="0"/>
                              <a:ea typeface="Cambria Math" panose="02040503050406030204" pitchFamily="18" charset="0"/>
                            </a:rPr>
                          </m:ctrlPr>
                        </m:dPr>
                        <m:e>
                          <m:r>
                            <a:rPr lang="en-GB" sz="2400" b="0" i="1" smtClean="0">
                              <a:latin typeface="Cambria Math" panose="02040503050406030204" pitchFamily="18" charset="0"/>
                              <a:ea typeface="Cambria Math" panose="02040503050406030204" pitchFamily="18" charset="0"/>
                            </a:rPr>
                            <m:t>𝐵</m:t>
                          </m:r>
                        </m:e>
                      </m:d>
                      <m:sSub>
                        <m:sSubPr>
                          <m:ctrlPr>
                            <a:rPr lang="en-GB" sz="2400" i="1">
                              <a:latin typeface="Cambria Math" panose="02040503050406030204" pitchFamily="18" charset="0"/>
                            </a:rPr>
                          </m:ctrlPr>
                        </m:sSubPr>
                        <m:e>
                          <m:r>
                            <a:rPr lang="en-GB" sz="2400" i="1">
                              <a:latin typeface="Cambria Math" panose="02040503050406030204" pitchFamily="18" charset="0"/>
                            </a:rPr>
                            <m:t>𝑦</m:t>
                          </m:r>
                        </m:e>
                        <m:sub>
                          <m:r>
                            <a:rPr lang="en-GB" sz="2400" i="1">
                              <a:latin typeface="Cambria Math" panose="02040503050406030204" pitchFamily="18" charset="0"/>
                            </a:rPr>
                            <m:t>𝑡</m:t>
                          </m:r>
                        </m:sub>
                      </m:sSub>
                      <m:r>
                        <a:rPr lang="en-GB" sz="2400" b="0" i="1" smtClean="0">
                          <a:latin typeface="Cambria Math" panose="02040503050406030204" pitchFamily="18" charset="0"/>
                        </a:rPr>
                        <m:t>=</m:t>
                      </m:r>
                      <m:r>
                        <m:rPr>
                          <m:sty m:val="p"/>
                        </m:rPr>
                        <a:rPr lang="en-GB" sz="2400" b="0" i="1" smtClean="0">
                          <a:latin typeface="Cambria Math" panose="02040503050406030204" pitchFamily="18" charset="0"/>
                          <a:ea typeface="Cambria Math" panose="02040503050406030204" pitchFamily="18" charset="0"/>
                        </a:rPr>
                        <m:t>Θ</m:t>
                      </m:r>
                      <m:d>
                        <m:dPr>
                          <m:ctrlPr>
                            <a:rPr lang="en-GB" sz="2400" b="0" i="1" smtClean="0">
                              <a:latin typeface="Cambria Math" panose="02040503050406030204" pitchFamily="18" charset="0"/>
                              <a:ea typeface="Cambria Math" panose="02040503050406030204" pitchFamily="18" charset="0"/>
                            </a:rPr>
                          </m:ctrlPr>
                        </m:dPr>
                        <m:e>
                          <m:r>
                            <a:rPr lang="en-GB" sz="2400" b="0" i="1" smtClean="0">
                              <a:latin typeface="Cambria Math" panose="02040503050406030204" pitchFamily="18" charset="0"/>
                              <a:ea typeface="Cambria Math" panose="02040503050406030204" pitchFamily="18" charset="0"/>
                            </a:rPr>
                            <m:t>𝐵</m:t>
                          </m:r>
                        </m:e>
                      </m:d>
                      <m:sSub>
                        <m:sSubPr>
                          <m:ctrlPr>
                            <a:rPr lang="en-GB" sz="2400" i="1" smtClean="0">
                              <a:latin typeface="Cambria Math" panose="02040503050406030204" pitchFamily="18" charset="0"/>
                              <a:ea typeface="Cambria Math" panose="02040503050406030204" pitchFamily="18" charset="0"/>
                            </a:rPr>
                          </m:ctrlPr>
                        </m:sSubPr>
                        <m:e>
                          <m:r>
                            <a:rPr lang="en-GB" sz="2400" i="1" smtClean="0">
                              <a:latin typeface="Cambria Math" panose="02040503050406030204" pitchFamily="18" charset="0"/>
                              <a:ea typeface="Cambria Math" panose="02040503050406030204" pitchFamily="18" charset="0"/>
                            </a:rPr>
                            <m:t>𝜀</m:t>
                          </m:r>
                        </m:e>
                        <m:sub>
                          <m:r>
                            <a:rPr lang="en-GB" sz="2400" i="1">
                              <a:latin typeface="Cambria Math" panose="02040503050406030204" pitchFamily="18" charset="0"/>
                            </a:rPr>
                            <m:t>𝑡</m:t>
                          </m:r>
                        </m:sub>
                      </m:sSub>
                      <m:r>
                        <a:rPr lang="en-GB" sz="2400" i="1" smtClean="0">
                          <a:latin typeface="Cambria Math" panose="02040503050406030204" pitchFamily="18" charset="0"/>
                          <a:ea typeface="Cambria Math" panose="02040503050406030204" pitchFamily="18" charset="0"/>
                        </a:rPr>
                        <m:t>⇔</m:t>
                      </m:r>
                      <m:sSub>
                        <m:sSubPr>
                          <m:ctrlPr>
                            <a:rPr lang="en-GB" sz="2400" i="1">
                              <a:latin typeface="Cambria Math" panose="02040503050406030204" pitchFamily="18" charset="0"/>
                            </a:rPr>
                          </m:ctrlPr>
                        </m:sSubPr>
                        <m:e>
                          <m:r>
                            <a:rPr lang="en-GB" sz="2400" i="1">
                              <a:latin typeface="Cambria Math" panose="02040503050406030204" pitchFamily="18" charset="0"/>
                            </a:rPr>
                            <m:t>𝑦</m:t>
                          </m:r>
                        </m:e>
                        <m:sub>
                          <m:r>
                            <a:rPr lang="en-GB" sz="2400" i="1">
                              <a:latin typeface="Cambria Math" panose="02040503050406030204" pitchFamily="18" charset="0"/>
                            </a:rPr>
                            <m:t>𝑡</m:t>
                          </m:r>
                        </m:sub>
                      </m:sSub>
                      <m:r>
                        <a:rPr lang="en-GB" sz="2400" b="0" i="1" smtClean="0">
                          <a:latin typeface="Cambria Math" panose="02040503050406030204" pitchFamily="18" charset="0"/>
                        </a:rPr>
                        <m:t>=</m:t>
                      </m:r>
                      <m:r>
                        <m:rPr>
                          <m:sty m:val="p"/>
                        </m:rPr>
                        <a:rPr lang="en-GB" sz="2400" b="0" i="1" smtClean="0">
                          <a:latin typeface="Cambria Math" panose="02040503050406030204" pitchFamily="18" charset="0"/>
                          <a:ea typeface="Cambria Math" panose="02040503050406030204" pitchFamily="18" charset="0"/>
                        </a:rPr>
                        <m:t>Ψ</m:t>
                      </m:r>
                      <m:d>
                        <m:dPr>
                          <m:ctrlPr>
                            <a:rPr lang="en-GB" sz="2400" b="0" i="1" smtClean="0">
                              <a:latin typeface="Cambria Math" panose="02040503050406030204" pitchFamily="18" charset="0"/>
                              <a:ea typeface="Cambria Math" panose="02040503050406030204" pitchFamily="18" charset="0"/>
                            </a:rPr>
                          </m:ctrlPr>
                        </m:dPr>
                        <m:e>
                          <m:r>
                            <a:rPr lang="en-GB" sz="2400" b="0" i="1" smtClean="0">
                              <a:latin typeface="Cambria Math" panose="02040503050406030204" pitchFamily="18" charset="0"/>
                              <a:ea typeface="Cambria Math" panose="02040503050406030204" pitchFamily="18" charset="0"/>
                            </a:rPr>
                            <m:t>𝐵</m:t>
                          </m:r>
                        </m:e>
                      </m:d>
                      <m:sSub>
                        <m:sSubPr>
                          <m:ctrlPr>
                            <a:rPr lang="en-GB" sz="2400" b="0" i="1" smtClean="0">
                              <a:latin typeface="Cambria Math" panose="02040503050406030204" pitchFamily="18" charset="0"/>
                              <a:ea typeface="Cambria Math" panose="02040503050406030204" pitchFamily="18" charset="0"/>
                            </a:rPr>
                          </m:ctrlPr>
                        </m:sSubPr>
                        <m:e>
                          <m:r>
                            <a:rPr lang="en-GB" sz="2400" b="0" i="1" smtClean="0">
                              <a:latin typeface="Cambria Math" panose="02040503050406030204" pitchFamily="18" charset="0"/>
                              <a:ea typeface="Cambria Math" panose="02040503050406030204" pitchFamily="18" charset="0"/>
                            </a:rPr>
                            <m:t>𝜀</m:t>
                          </m:r>
                        </m:e>
                        <m:sub>
                          <m:r>
                            <a:rPr lang="en-GB" sz="2400" b="0" i="1" smtClean="0">
                              <a:latin typeface="Cambria Math" panose="02040503050406030204" pitchFamily="18" charset="0"/>
                              <a:ea typeface="Cambria Math" panose="02040503050406030204" pitchFamily="18" charset="0"/>
                            </a:rPr>
                            <m:t>𝑡</m:t>
                          </m:r>
                        </m:sub>
                      </m:sSub>
                      <m:r>
                        <a:rPr lang="en-GB" sz="2400" b="0" i="1" smtClean="0">
                          <a:latin typeface="Cambria Math" panose="02040503050406030204" pitchFamily="18" charset="0"/>
                          <a:ea typeface="Cambria Math" panose="02040503050406030204" pitchFamily="18" charset="0"/>
                        </a:rPr>
                        <m:t>,</m:t>
                      </m:r>
                      <m:r>
                        <m:rPr>
                          <m:sty m:val="p"/>
                        </m:rPr>
                        <a:rPr lang="en-GB" sz="2400" i="1" smtClean="0">
                          <a:latin typeface="Cambria Math" panose="02040503050406030204" pitchFamily="18" charset="0"/>
                          <a:ea typeface="Cambria Math" panose="02040503050406030204" pitchFamily="18" charset="0"/>
                        </a:rPr>
                        <m:t>Ψ</m:t>
                      </m:r>
                      <m:d>
                        <m:dPr>
                          <m:ctrlPr>
                            <a:rPr lang="en-GB" sz="2400" i="1" smtClean="0">
                              <a:latin typeface="Cambria Math" panose="02040503050406030204" pitchFamily="18" charset="0"/>
                              <a:ea typeface="Cambria Math" panose="02040503050406030204" pitchFamily="18" charset="0"/>
                            </a:rPr>
                          </m:ctrlPr>
                        </m:dPr>
                        <m:e>
                          <m:r>
                            <a:rPr lang="en-GB" sz="2400" i="1" smtClean="0">
                              <a:latin typeface="Cambria Math" panose="02040503050406030204" pitchFamily="18" charset="0"/>
                              <a:ea typeface="Cambria Math" panose="02040503050406030204" pitchFamily="18" charset="0"/>
                            </a:rPr>
                            <m:t>𝐵</m:t>
                          </m:r>
                        </m:e>
                      </m:d>
                      <m:r>
                        <a:rPr lang="en-GB" sz="2400" b="0" i="1" smtClean="0">
                          <a:latin typeface="Cambria Math" panose="02040503050406030204" pitchFamily="18" charset="0"/>
                          <a:ea typeface="Cambria Math" panose="02040503050406030204" pitchFamily="18" charset="0"/>
                        </a:rPr>
                        <m:t>=</m:t>
                      </m:r>
                      <m:f>
                        <m:fPr>
                          <m:ctrlPr>
                            <a:rPr lang="en-GB" sz="2400" i="1" smtClean="0">
                              <a:latin typeface="Cambria Math" panose="02040503050406030204" pitchFamily="18" charset="0"/>
                              <a:ea typeface="Cambria Math" panose="02040503050406030204" pitchFamily="18" charset="0"/>
                            </a:rPr>
                          </m:ctrlPr>
                        </m:fPr>
                        <m:num>
                          <m:r>
                            <m:rPr>
                              <m:sty m:val="p"/>
                            </m:rPr>
                            <a:rPr lang="en-GB" sz="2400" i="1" smtClean="0">
                              <a:latin typeface="Cambria Math" panose="02040503050406030204" pitchFamily="18" charset="0"/>
                              <a:ea typeface="Cambria Math" panose="02040503050406030204" pitchFamily="18" charset="0"/>
                            </a:rPr>
                            <m:t>Θ</m:t>
                          </m:r>
                          <m:d>
                            <m:dPr>
                              <m:ctrlPr>
                                <a:rPr lang="en-GB" sz="2400" i="1" smtClean="0">
                                  <a:latin typeface="Cambria Math" panose="02040503050406030204" pitchFamily="18" charset="0"/>
                                  <a:ea typeface="Cambria Math" panose="02040503050406030204" pitchFamily="18" charset="0"/>
                                </a:rPr>
                              </m:ctrlPr>
                            </m:dPr>
                            <m:e>
                              <m:r>
                                <a:rPr lang="en-GB" sz="2400" i="1" smtClean="0">
                                  <a:latin typeface="Cambria Math" panose="02040503050406030204" pitchFamily="18" charset="0"/>
                                  <a:ea typeface="Cambria Math" panose="02040503050406030204" pitchFamily="18" charset="0"/>
                                </a:rPr>
                                <m:t>𝐵</m:t>
                              </m:r>
                            </m:e>
                          </m:d>
                        </m:num>
                        <m:den>
                          <m:r>
                            <m:rPr>
                              <m:sty m:val="p"/>
                            </m:rPr>
                            <a:rPr lang="en-GB" sz="2400" i="1" smtClean="0">
                              <a:latin typeface="Cambria Math" panose="02040503050406030204" pitchFamily="18" charset="0"/>
                              <a:ea typeface="Cambria Math" panose="02040503050406030204" pitchFamily="18" charset="0"/>
                            </a:rPr>
                            <m:t>Φ</m:t>
                          </m:r>
                          <m:d>
                            <m:dPr>
                              <m:ctrlPr>
                                <a:rPr lang="en-GB" sz="2400" i="1" smtClean="0">
                                  <a:latin typeface="Cambria Math" panose="02040503050406030204" pitchFamily="18" charset="0"/>
                                  <a:ea typeface="Cambria Math" panose="02040503050406030204" pitchFamily="18" charset="0"/>
                                </a:rPr>
                              </m:ctrlPr>
                            </m:dPr>
                            <m:e>
                              <m:r>
                                <a:rPr lang="en-GB" sz="2400" i="1" smtClean="0">
                                  <a:latin typeface="Cambria Math" panose="02040503050406030204" pitchFamily="18" charset="0"/>
                                  <a:ea typeface="Cambria Math" panose="02040503050406030204" pitchFamily="18" charset="0"/>
                                </a:rPr>
                                <m:t>𝐵</m:t>
                              </m:r>
                            </m:e>
                          </m:d>
                        </m:den>
                      </m:f>
                    </m:oMath>
                  </m:oMathPara>
                </a14:m>
                <a:endParaRPr lang="en-GB" dirty="0"/>
              </a:p>
              <a:p>
                <a:r>
                  <a:rPr lang="en-GB" sz="2800" dirty="0"/>
                  <a:t>Auto-covariance generating function (</a:t>
                </a:r>
                <a:r>
                  <a:rPr lang="en-GB" sz="2800" dirty="0" err="1"/>
                  <a:t>acgf</a:t>
                </a:r>
                <a:r>
                  <a:rPr lang="en-GB" sz="2800" dirty="0"/>
                  <a:t>)</a:t>
                </a:r>
              </a:p>
              <a:p>
                <a:pPr marL="457200" lvl="1" indent="0">
                  <a:buNone/>
                </a:pPr>
                <a14:m>
                  <m:oMathPara xmlns:m="http://schemas.openxmlformats.org/officeDocument/2006/math">
                    <m:oMathParaPr>
                      <m:jc m:val="left"/>
                    </m:oMathParaPr>
                    <m:oMath>
                      <m:r>
                        <a:rPr lang="en-GB" sz="2400" b="0" i="1" smtClean="0">
                          <a:latin typeface="Cambria Math" panose="02040503050406030204" pitchFamily="18" charset="0"/>
                          <a:ea typeface="Cambria Math" panose="02040503050406030204" pitchFamily="18" charset="0"/>
                        </a:rPr>
                        <m:t>𝑎𝑐𝑔𝑓</m:t>
                      </m:r>
                      <m:d>
                        <m:dPr>
                          <m:ctrlPr>
                            <a:rPr lang="en-GB" sz="2400" i="1">
                              <a:latin typeface="Cambria Math" panose="02040503050406030204" pitchFamily="18" charset="0"/>
                            </a:rPr>
                          </m:ctrlPr>
                        </m:dPr>
                        <m:e>
                          <m:sSub>
                            <m:sSubPr>
                              <m:ctrlPr>
                                <a:rPr lang="en-GB" sz="2400" i="1">
                                  <a:latin typeface="Cambria Math" panose="02040503050406030204" pitchFamily="18" charset="0"/>
                                </a:rPr>
                              </m:ctrlPr>
                            </m:sSubPr>
                            <m:e>
                              <m:r>
                                <a:rPr lang="en-GB" sz="2400" i="1">
                                  <a:latin typeface="Cambria Math" panose="02040503050406030204" pitchFamily="18" charset="0"/>
                                </a:rPr>
                                <m:t>𝑦</m:t>
                              </m:r>
                            </m:e>
                            <m:sub>
                              <m:r>
                                <a:rPr lang="en-GB" sz="2400" i="1">
                                  <a:latin typeface="Cambria Math" panose="02040503050406030204" pitchFamily="18" charset="0"/>
                                </a:rPr>
                                <m:t>𝑡</m:t>
                              </m:r>
                            </m:sub>
                          </m:sSub>
                        </m:e>
                      </m:d>
                      <m:r>
                        <a:rPr lang="en-GB" sz="2400" i="1">
                          <a:latin typeface="Cambria Math" panose="02040503050406030204" pitchFamily="18" charset="0"/>
                        </a:rPr>
                        <m:t>=</m:t>
                      </m:r>
                      <m:sSup>
                        <m:sSupPr>
                          <m:ctrlPr>
                            <a:rPr lang="en-GB" sz="2400" i="1" smtClean="0">
                              <a:latin typeface="Cambria Math" panose="02040503050406030204" pitchFamily="18" charset="0"/>
                              <a:ea typeface="Cambria Math" panose="02040503050406030204" pitchFamily="18" charset="0"/>
                            </a:rPr>
                          </m:ctrlPr>
                        </m:sSupPr>
                        <m:e>
                          <m:r>
                            <a:rPr lang="en-GB" sz="2400" i="1" smtClean="0">
                              <a:latin typeface="Cambria Math" panose="02040503050406030204" pitchFamily="18" charset="0"/>
                              <a:ea typeface="Cambria Math" panose="02040503050406030204" pitchFamily="18" charset="0"/>
                            </a:rPr>
                            <m:t>𝜎</m:t>
                          </m:r>
                        </m:e>
                        <m:sup>
                          <m:r>
                            <a:rPr lang="en-GB" sz="2400" b="0" i="1" smtClean="0">
                              <a:latin typeface="Cambria Math" panose="02040503050406030204" pitchFamily="18" charset="0"/>
                            </a:rPr>
                            <m:t>2</m:t>
                          </m:r>
                        </m:sup>
                      </m:sSup>
                      <m:r>
                        <m:rPr>
                          <m:sty m:val="p"/>
                        </m:rPr>
                        <a:rPr lang="en-GB" sz="2400" i="1" smtClean="0">
                          <a:latin typeface="Cambria Math" panose="02040503050406030204" pitchFamily="18" charset="0"/>
                          <a:ea typeface="Cambria Math" panose="02040503050406030204" pitchFamily="18" charset="0"/>
                        </a:rPr>
                        <m:t>Ψ</m:t>
                      </m:r>
                      <m:d>
                        <m:dPr>
                          <m:ctrlPr>
                            <a:rPr lang="en-GB" sz="2400" b="0" i="1" smtClean="0">
                              <a:latin typeface="Cambria Math" panose="02040503050406030204" pitchFamily="18" charset="0"/>
                              <a:ea typeface="Cambria Math" panose="02040503050406030204" pitchFamily="18" charset="0"/>
                            </a:rPr>
                          </m:ctrlPr>
                        </m:dPr>
                        <m:e>
                          <m:r>
                            <a:rPr lang="en-GB" sz="2400" b="0" i="1" smtClean="0">
                              <a:latin typeface="Cambria Math" panose="02040503050406030204" pitchFamily="18" charset="0"/>
                              <a:ea typeface="Cambria Math" panose="02040503050406030204" pitchFamily="18" charset="0"/>
                            </a:rPr>
                            <m:t>𝑧</m:t>
                          </m:r>
                        </m:e>
                      </m:d>
                      <m:r>
                        <m:rPr>
                          <m:sty m:val="p"/>
                        </m:rPr>
                        <a:rPr lang="en-GB" sz="2400" i="1" smtClean="0">
                          <a:latin typeface="Cambria Math" panose="02040503050406030204" pitchFamily="18" charset="0"/>
                          <a:ea typeface="Cambria Math" panose="02040503050406030204" pitchFamily="18" charset="0"/>
                        </a:rPr>
                        <m:t>Ψ</m:t>
                      </m:r>
                      <m:d>
                        <m:dPr>
                          <m:ctrlPr>
                            <a:rPr lang="en-GB" sz="2400" b="0" i="1" smtClean="0">
                              <a:latin typeface="Cambria Math" panose="02040503050406030204" pitchFamily="18" charset="0"/>
                              <a:ea typeface="Cambria Math" panose="02040503050406030204" pitchFamily="18" charset="0"/>
                            </a:rPr>
                          </m:ctrlPr>
                        </m:dPr>
                        <m:e>
                          <m:sSup>
                            <m:sSupPr>
                              <m:ctrlPr>
                                <a:rPr lang="en-GB" sz="2400" b="0" i="1" smtClean="0">
                                  <a:latin typeface="Cambria Math" panose="02040503050406030204" pitchFamily="18" charset="0"/>
                                  <a:ea typeface="Cambria Math" panose="02040503050406030204" pitchFamily="18" charset="0"/>
                                </a:rPr>
                              </m:ctrlPr>
                            </m:sSupPr>
                            <m:e>
                              <m:r>
                                <a:rPr lang="en-GB" sz="2400" b="0" i="1" smtClean="0">
                                  <a:latin typeface="Cambria Math" panose="02040503050406030204" pitchFamily="18" charset="0"/>
                                  <a:ea typeface="Cambria Math" panose="02040503050406030204" pitchFamily="18" charset="0"/>
                                </a:rPr>
                                <m:t>𝑧</m:t>
                              </m:r>
                            </m:e>
                            <m:sup>
                              <m:r>
                                <a:rPr lang="en-GB" sz="2400" b="0" i="1" smtClean="0">
                                  <a:latin typeface="Cambria Math" panose="02040503050406030204" pitchFamily="18" charset="0"/>
                                  <a:ea typeface="Cambria Math" panose="02040503050406030204" pitchFamily="18" charset="0"/>
                                </a:rPr>
                                <m:t>−1</m:t>
                              </m:r>
                            </m:sup>
                          </m:sSup>
                        </m:e>
                      </m:d>
                      <m:r>
                        <a:rPr lang="en-GB" sz="2400" b="0" i="1" smtClean="0">
                          <a:latin typeface="Cambria Math" panose="02040503050406030204" pitchFamily="18" charset="0"/>
                          <a:ea typeface="Cambria Math" panose="02040503050406030204" pitchFamily="18" charset="0"/>
                        </a:rPr>
                        <m:t>=</m:t>
                      </m:r>
                      <m:sSup>
                        <m:sSupPr>
                          <m:ctrlPr>
                            <a:rPr lang="en-GB" sz="2400" i="1">
                              <a:latin typeface="Cambria Math" panose="02040503050406030204" pitchFamily="18" charset="0"/>
                              <a:ea typeface="Cambria Math" panose="02040503050406030204" pitchFamily="18" charset="0"/>
                            </a:rPr>
                          </m:ctrlPr>
                        </m:sSupPr>
                        <m:e>
                          <m:r>
                            <a:rPr lang="en-GB" sz="2400" i="1">
                              <a:latin typeface="Cambria Math" panose="02040503050406030204" pitchFamily="18" charset="0"/>
                              <a:ea typeface="Cambria Math" panose="02040503050406030204" pitchFamily="18" charset="0"/>
                            </a:rPr>
                            <m:t>𝜎</m:t>
                          </m:r>
                        </m:e>
                        <m:sup>
                          <m:r>
                            <a:rPr lang="en-GB" sz="2400" i="1" smtClean="0">
                              <a:latin typeface="Cambria Math" panose="02040503050406030204" pitchFamily="18" charset="0"/>
                            </a:rPr>
                            <m:t>2</m:t>
                          </m:r>
                        </m:sup>
                      </m:sSup>
                      <m:f>
                        <m:fPr>
                          <m:ctrlPr>
                            <a:rPr lang="en-GB" sz="2400" i="1" smtClean="0">
                              <a:latin typeface="Cambria Math" panose="02040503050406030204" pitchFamily="18" charset="0"/>
                              <a:ea typeface="Cambria Math" panose="02040503050406030204" pitchFamily="18" charset="0"/>
                            </a:rPr>
                          </m:ctrlPr>
                        </m:fPr>
                        <m:num>
                          <m:r>
                            <m:rPr>
                              <m:sty m:val="p"/>
                            </m:rPr>
                            <a:rPr lang="en-GB" sz="2400" i="1" smtClean="0">
                              <a:latin typeface="Cambria Math" panose="02040503050406030204" pitchFamily="18" charset="0"/>
                              <a:ea typeface="Cambria Math" panose="02040503050406030204" pitchFamily="18" charset="0"/>
                            </a:rPr>
                            <m:t>Θ</m:t>
                          </m:r>
                          <m:d>
                            <m:dPr>
                              <m:ctrlPr>
                                <a:rPr lang="en-GB" sz="2400" b="0" i="1" smtClean="0">
                                  <a:latin typeface="Cambria Math" panose="02040503050406030204" pitchFamily="18" charset="0"/>
                                  <a:ea typeface="Cambria Math" panose="02040503050406030204" pitchFamily="18" charset="0"/>
                                </a:rPr>
                              </m:ctrlPr>
                            </m:dPr>
                            <m:e>
                              <m:r>
                                <a:rPr lang="en-GB" sz="2400" b="0" i="1" smtClean="0">
                                  <a:latin typeface="Cambria Math" panose="02040503050406030204" pitchFamily="18" charset="0"/>
                                  <a:ea typeface="Cambria Math" panose="02040503050406030204" pitchFamily="18" charset="0"/>
                                </a:rPr>
                                <m:t>𝑧</m:t>
                              </m:r>
                            </m:e>
                          </m:d>
                          <m:r>
                            <m:rPr>
                              <m:sty m:val="p"/>
                            </m:rPr>
                            <a:rPr lang="en-GB" sz="2400" i="1" smtClean="0">
                              <a:latin typeface="Cambria Math" panose="02040503050406030204" pitchFamily="18" charset="0"/>
                              <a:ea typeface="Cambria Math" panose="02040503050406030204" pitchFamily="18" charset="0"/>
                            </a:rPr>
                            <m:t>Θ</m:t>
                          </m:r>
                          <m:d>
                            <m:dPr>
                              <m:ctrlPr>
                                <a:rPr lang="en-GB" sz="2400" i="1" smtClean="0">
                                  <a:latin typeface="Cambria Math" panose="02040503050406030204" pitchFamily="18" charset="0"/>
                                  <a:ea typeface="Cambria Math" panose="02040503050406030204" pitchFamily="18" charset="0"/>
                                </a:rPr>
                              </m:ctrlPr>
                            </m:dPr>
                            <m:e>
                              <m:sSup>
                                <m:sSupPr>
                                  <m:ctrlPr>
                                    <a:rPr lang="en-GB" sz="2400" i="1" smtClean="0">
                                      <a:latin typeface="Cambria Math" panose="02040503050406030204" pitchFamily="18" charset="0"/>
                                      <a:ea typeface="Cambria Math" panose="02040503050406030204" pitchFamily="18" charset="0"/>
                                    </a:rPr>
                                  </m:ctrlPr>
                                </m:sSupPr>
                                <m:e>
                                  <m:r>
                                    <a:rPr lang="en-GB" sz="2400" i="1" smtClean="0">
                                      <a:latin typeface="Cambria Math" panose="02040503050406030204" pitchFamily="18" charset="0"/>
                                      <a:ea typeface="Cambria Math" panose="02040503050406030204" pitchFamily="18" charset="0"/>
                                    </a:rPr>
                                    <m:t>𝑧</m:t>
                                  </m:r>
                                </m:e>
                                <m:sup>
                                  <m:r>
                                    <a:rPr lang="en-GB" sz="2400" i="1" smtClean="0">
                                      <a:latin typeface="Cambria Math" panose="02040503050406030204" pitchFamily="18" charset="0"/>
                                      <a:ea typeface="Cambria Math" panose="02040503050406030204" pitchFamily="18" charset="0"/>
                                    </a:rPr>
                                    <m:t>−1</m:t>
                                  </m:r>
                                </m:sup>
                              </m:sSup>
                            </m:e>
                          </m:d>
                        </m:num>
                        <m:den>
                          <m:r>
                            <m:rPr>
                              <m:sty m:val="p"/>
                            </m:rPr>
                            <a:rPr lang="en-GB" sz="2400" i="1" smtClean="0">
                              <a:latin typeface="Cambria Math" panose="02040503050406030204" pitchFamily="18" charset="0"/>
                              <a:ea typeface="Cambria Math" panose="02040503050406030204" pitchFamily="18" charset="0"/>
                            </a:rPr>
                            <m:t>Φ</m:t>
                          </m:r>
                          <m:d>
                            <m:dPr>
                              <m:ctrlPr>
                                <a:rPr lang="en-GB" sz="2400" b="0" i="1" smtClean="0">
                                  <a:latin typeface="Cambria Math" panose="02040503050406030204" pitchFamily="18" charset="0"/>
                                  <a:ea typeface="Cambria Math" panose="02040503050406030204" pitchFamily="18" charset="0"/>
                                </a:rPr>
                              </m:ctrlPr>
                            </m:dPr>
                            <m:e>
                              <m:r>
                                <a:rPr lang="en-GB" sz="2400" b="0" i="1" smtClean="0">
                                  <a:latin typeface="Cambria Math" panose="02040503050406030204" pitchFamily="18" charset="0"/>
                                  <a:ea typeface="Cambria Math" panose="02040503050406030204" pitchFamily="18" charset="0"/>
                                </a:rPr>
                                <m:t>𝑧</m:t>
                              </m:r>
                            </m:e>
                          </m:d>
                          <m:r>
                            <m:rPr>
                              <m:sty m:val="p"/>
                            </m:rPr>
                            <a:rPr lang="en-GB" sz="2400" i="1" smtClean="0">
                              <a:latin typeface="Cambria Math" panose="02040503050406030204" pitchFamily="18" charset="0"/>
                              <a:ea typeface="Cambria Math" panose="02040503050406030204" pitchFamily="18" charset="0"/>
                            </a:rPr>
                            <m:t>Φ</m:t>
                          </m:r>
                          <m:d>
                            <m:dPr>
                              <m:ctrlPr>
                                <a:rPr lang="en-GB" sz="2400" i="1" smtClean="0">
                                  <a:latin typeface="Cambria Math" panose="02040503050406030204" pitchFamily="18" charset="0"/>
                                  <a:ea typeface="Cambria Math" panose="02040503050406030204" pitchFamily="18" charset="0"/>
                                </a:rPr>
                              </m:ctrlPr>
                            </m:dPr>
                            <m:e>
                              <m:sSup>
                                <m:sSupPr>
                                  <m:ctrlPr>
                                    <a:rPr lang="en-GB" sz="2400" i="1" smtClean="0">
                                      <a:latin typeface="Cambria Math" panose="02040503050406030204" pitchFamily="18" charset="0"/>
                                      <a:ea typeface="Cambria Math" panose="02040503050406030204" pitchFamily="18" charset="0"/>
                                    </a:rPr>
                                  </m:ctrlPr>
                                </m:sSupPr>
                                <m:e>
                                  <m:r>
                                    <a:rPr lang="en-GB" sz="2400" i="1" smtClean="0">
                                      <a:latin typeface="Cambria Math" panose="02040503050406030204" pitchFamily="18" charset="0"/>
                                      <a:ea typeface="Cambria Math" panose="02040503050406030204" pitchFamily="18" charset="0"/>
                                    </a:rPr>
                                    <m:t>𝑧</m:t>
                                  </m:r>
                                </m:e>
                                <m:sup>
                                  <m:r>
                                    <a:rPr lang="en-GB" sz="2400" i="1" smtClean="0">
                                      <a:latin typeface="Cambria Math" panose="02040503050406030204" pitchFamily="18" charset="0"/>
                                      <a:ea typeface="Cambria Math" panose="02040503050406030204" pitchFamily="18" charset="0"/>
                                    </a:rPr>
                                    <m:t>−1</m:t>
                                  </m:r>
                                </m:sup>
                              </m:sSup>
                            </m:e>
                          </m:d>
                        </m:den>
                      </m:f>
                    </m:oMath>
                  </m:oMathPara>
                </a14:m>
                <a:endParaRPr lang="en-GB" sz="2400" dirty="0"/>
              </a:p>
              <a:p>
                <a:r>
                  <a:rPr lang="en-GB" sz="2800" dirty="0"/>
                  <a:t>Spectrum ≡ Fourier transform of the </a:t>
                </a:r>
                <a:r>
                  <a:rPr lang="en-GB" sz="2800" dirty="0" err="1"/>
                  <a:t>acgf</a:t>
                </a:r>
                <a:endParaRPr lang="en-GB" sz="2800" dirty="0"/>
              </a:p>
              <a:p>
                <a:pPr marL="457200" lvl="1" indent="0">
                  <a:buNone/>
                </a:pPr>
                <a14:m>
                  <m:oMathPara xmlns:m="http://schemas.openxmlformats.org/officeDocument/2006/math">
                    <m:oMathParaPr>
                      <m:jc m:val="left"/>
                    </m:oMathParaPr>
                    <m:oMath>
                      <m:sSub>
                        <m:sSubPr>
                          <m:ctrlPr>
                            <a:rPr lang="en-GB" sz="2400" b="0" i="1" smtClean="0">
                              <a:latin typeface="Cambria Math" panose="02040503050406030204" pitchFamily="18" charset="0"/>
                            </a:rPr>
                          </m:ctrlPr>
                        </m:sSubPr>
                        <m:e>
                          <m:r>
                            <a:rPr lang="en-GB" sz="2400" b="0" i="1" smtClean="0">
                              <a:latin typeface="Cambria Math" panose="02040503050406030204" pitchFamily="18" charset="0"/>
                            </a:rPr>
                            <m:t>𝑔</m:t>
                          </m:r>
                        </m:e>
                        <m:sub>
                          <m:r>
                            <a:rPr lang="en-GB" sz="2400" b="0" i="1" smtClean="0">
                              <a:latin typeface="Cambria Math" panose="02040503050406030204" pitchFamily="18" charset="0"/>
                            </a:rPr>
                            <m:t>𝑦</m:t>
                          </m:r>
                        </m:sub>
                      </m:sSub>
                      <m:d>
                        <m:dPr>
                          <m:ctrlPr>
                            <a:rPr lang="en-GB" sz="2400" b="0" i="1" smtClean="0">
                              <a:latin typeface="Cambria Math" panose="02040503050406030204" pitchFamily="18" charset="0"/>
                              <a:ea typeface="Cambria Math" panose="02040503050406030204" pitchFamily="18" charset="0"/>
                            </a:rPr>
                          </m:ctrlPr>
                        </m:dPr>
                        <m:e>
                          <m:r>
                            <a:rPr lang="en-GB" sz="2400" b="0" i="1" smtClean="0">
                              <a:latin typeface="Cambria Math" panose="02040503050406030204" pitchFamily="18" charset="0"/>
                              <a:ea typeface="Cambria Math" panose="02040503050406030204" pitchFamily="18" charset="0"/>
                            </a:rPr>
                            <m:t>𝜆</m:t>
                          </m:r>
                        </m:e>
                      </m:d>
                      <m:r>
                        <a:rPr lang="en-GB" sz="2400" b="0" i="1" smtClean="0">
                          <a:latin typeface="Cambria Math" panose="02040503050406030204" pitchFamily="18" charset="0"/>
                          <a:ea typeface="Cambria Math" panose="02040503050406030204" pitchFamily="18" charset="0"/>
                        </a:rPr>
                        <m:t>=</m:t>
                      </m:r>
                      <m:f>
                        <m:fPr>
                          <m:ctrlPr>
                            <a:rPr lang="en-GB" sz="2400" i="1">
                              <a:latin typeface="Cambria Math" panose="02040503050406030204" pitchFamily="18" charset="0"/>
                              <a:ea typeface="Cambria Math" panose="02040503050406030204" pitchFamily="18" charset="0"/>
                            </a:rPr>
                          </m:ctrlPr>
                        </m:fPr>
                        <m:num>
                          <m:sSup>
                            <m:sSupPr>
                              <m:ctrlPr>
                                <a:rPr lang="en-GB" sz="2400" i="1">
                                  <a:latin typeface="Cambria Math" panose="02040503050406030204" pitchFamily="18" charset="0"/>
                                  <a:ea typeface="Cambria Math" panose="02040503050406030204" pitchFamily="18" charset="0"/>
                                </a:rPr>
                              </m:ctrlPr>
                            </m:sSupPr>
                            <m:e>
                              <m:r>
                                <a:rPr lang="en-GB" sz="2400" i="1">
                                  <a:latin typeface="Cambria Math" panose="02040503050406030204" pitchFamily="18" charset="0"/>
                                  <a:ea typeface="Cambria Math" panose="02040503050406030204" pitchFamily="18" charset="0"/>
                                </a:rPr>
                                <m:t>𝜎</m:t>
                              </m:r>
                            </m:e>
                            <m:sup>
                              <m:r>
                                <a:rPr lang="en-GB" sz="2400" i="1" smtClean="0">
                                  <a:latin typeface="Cambria Math" panose="02040503050406030204" pitchFamily="18" charset="0"/>
                                </a:rPr>
                                <m:t>2</m:t>
                              </m:r>
                            </m:sup>
                          </m:sSup>
                        </m:num>
                        <m:den>
                          <m:r>
                            <a:rPr lang="en-GB" sz="2400" b="0" i="1" smtClean="0">
                              <a:latin typeface="Cambria Math" panose="02040503050406030204" pitchFamily="18" charset="0"/>
                              <a:ea typeface="Cambria Math" panose="02040503050406030204" pitchFamily="18" charset="0"/>
                            </a:rPr>
                            <m:t>2</m:t>
                          </m:r>
                          <m:r>
                            <a:rPr lang="en-GB" sz="2400" b="0" i="1" smtClean="0">
                              <a:latin typeface="Cambria Math" panose="02040503050406030204" pitchFamily="18" charset="0"/>
                              <a:ea typeface="Cambria Math" panose="02040503050406030204" pitchFamily="18" charset="0"/>
                            </a:rPr>
                            <m:t>𝜋</m:t>
                          </m:r>
                        </m:den>
                      </m:f>
                      <m:f>
                        <m:fPr>
                          <m:ctrlPr>
                            <a:rPr lang="en-GB" sz="2400" b="0" i="1" smtClean="0">
                              <a:latin typeface="Cambria Math" panose="02040503050406030204" pitchFamily="18" charset="0"/>
                              <a:ea typeface="Cambria Math" panose="02040503050406030204" pitchFamily="18" charset="0"/>
                            </a:rPr>
                          </m:ctrlPr>
                        </m:fPr>
                        <m:num>
                          <m:sSup>
                            <m:sSupPr>
                              <m:ctrlPr>
                                <a:rPr lang="en-GB" sz="2400" b="0" i="1" smtClean="0">
                                  <a:latin typeface="Cambria Math" panose="02040503050406030204" pitchFamily="18" charset="0"/>
                                  <a:ea typeface="Cambria Math" panose="02040503050406030204" pitchFamily="18" charset="0"/>
                                </a:rPr>
                              </m:ctrlPr>
                            </m:sSupPr>
                            <m:e>
                              <m:r>
                                <a:rPr lang="en-GB" sz="2400" b="0" i="1" smtClean="0">
                                  <a:latin typeface="Cambria Math" panose="02040503050406030204" pitchFamily="18" charset="0"/>
                                  <a:ea typeface="Cambria Math" panose="02040503050406030204" pitchFamily="18" charset="0"/>
                                </a:rPr>
                                <m:t>|</m:t>
                              </m:r>
                              <m:r>
                                <m:rPr>
                                  <m:sty m:val="p"/>
                                </m:rPr>
                                <a:rPr lang="en-GB" sz="2400" b="0" i="1" smtClean="0">
                                  <a:latin typeface="Cambria Math" panose="02040503050406030204" pitchFamily="18" charset="0"/>
                                  <a:ea typeface="Cambria Math" panose="02040503050406030204" pitchFamily="18" charset="0"/>
                                </a:rPr>
                                <m:t>Θ</m:t>
                              </m:r>
                              <m:d>
                                <m:dPr>
                                  <m:ctrlPr>
                                    <a:rPr lang="en-GB" sz="2400" b="0" i="1" smtClean="0">
                                      <a:latin typeface="Cambria Math" panose="02040503050406030204" pitchFamily="18" charset="0"/>
                                      <a:ea typeface="Cambria Math" panose="02040503050406030204" pitchFamily="18" charset="0"/>
                                    </a:rPr>
                                  </m:ctrlPr>
                                </m:dPr>
                                <m:e>
                                  <m:sSup>
                                    <m:sSupPr>
                                      <m:ctrlPr>
                                        <a:rPr lang="en-GB" sz="2400" b="0" i="1" smtClean="0">
                                          <a:latin typeface="Cambria Math" panose="02040503050406030204" pitchFamily="18" charset="0"/>
                                          <a:ea typeface="Cambria Math" panose="02040503050406030204" pitchFamily="18" charset="0"/>
                                        </a:rPr>
                                      </m:ctrlPr>
                                    </m:sSupPr>
                                    <m:e>
                                      <m:r>
                                        <a:rPr lang="en-GB" sz="2400" b="0" i="1" smtClean="0">
                                          <a:latin typeface="Cambria Math" panose="02040503050406030204" pitchFamily="18" charset="0"/>
                                          <a:ea typeface="Cambria Math" panose="02040503050406030204" pitchFamily="18" charset="0"/>
                                        </a:rPr>
                                        <m:t>𝑒</m:t>
                                      </m:r>
                                    </m:e>
                                    <m:sup>
                                      <m:r>
                                        <a:rPr lang="en-GB" sz="2400" b="0" i="1" smtClean="0">
                                          <a:latin typeface="Cambria Math" panose="02040503050406030204" pitchFamily="18" charset="0"/>
                                          <a:ea typeface="Cambria Math" panose="02040503050406030204" pitchFamily="18" charset="0"/>
                                        </a:rPr>
                                        <m:t>𝑖</m:t>
                                      </m:r>
                                      <m:r>
                                        <a:rPr lang="en-GB" sz="2400" b="0" i="1" smtClean="0">
                                          <a:latin typeface="Cambria Math" panose="02040503050406030204" pitchFamily="18" charset="0"/>
                                          <a:ea typeface="Cambria Math" panose="02040503050406030204" pitchFamily="18" charset="0"/>
                                        </a:rPr>
                                        <m:t>𝜆</m:t>
                                      </m:r>
                                    </m:sup>
                                  </m:sSup>
                                </m:e>
                              </m:d>
                              <m:r>
                                <a:rPr lang="en-GB" sz="2400" b="0" i="1" smtClean="0">
                                  <a:latin typeface="Cambria Math" panose="02040503050406030204" pitchFamily="18" charset="0"/>
                                  <a:ea typeface="Cambria Math" panose="02040503050406030204" pitchFamily="18" charset="0"/>
                                </a:rPr>
                                <m:t>|</m:t>
                              </m:r>
                            </m:e>
                            <m:sup>
                              <m:r>
                                <a:rPr lang="en-GB" sz="2400" b="0" i="1" smtClean="0">
                                  <a:latin typeface="Cambria Math" panose="02040503050406030204" pitchFamily="18" charset="0"/>
                                  <a:ea typeface="Cambria Math" panose="02040503050406030204" pitchFamily="18" charset="0"/>
                                </a:rPr>
                                <m:t>2</m:t>
                              </m:r>
                            </m:sup>
                          </m:sSup>
                        </m:num>
                        <m:den>
                          <m:sSup>
                            <m:sSupPr>
                              <m:ctrlPr>
                                <a:rPr lang="en-GB" sz="2400" i="1" smtClean="0">
                                  <a:latin typeface="Cambria Math" panose="02040503050406030204" pitchFamily="18" charset="0"/>
                                  <a:ea typeface="Cambria Math" panose="02040503050406030204" pitchFamily="18" charset="0"/>
                                </a:rPr>
                              </m:ctrlPr>
                            </m:sSupPr>
                            <m:e>
                              <m:r>
                                <a:rPr lang="en-GB" sz="2400" i="1" smtClean="0">
                                  <a:latin typeface="Cambria Math" panose="02040503050406030204" pitchFamily="18" charset="0"/>
                                  <a:ea typeface="Cambria Math" panose="02040503050406030204" pitchFamily="18" charset="0"/>
                                </a:rPr>
                                <m:t>|</m:t>
                              </m:r>
                              <m:r>
                                <m:rPr>
                                  <m:sty m:val="p"/>
                                </m:rPr>
                                <a:rPr lang="en-GB" sz="2400" i="1" smtClean="0">
                                  <a:latin typeface="Cambria Math" panose="02040503050406030204" pitchFamily="18" charset="0"/>
                                  <a:ea typeface="Cambria Math" panose="02040503050406030204" pitchFamily="18" charset="0"/>
                                </a:rPr>
                                <m:t>Φ</m:t>
                              </m:r>
                              <m:d>
                                <m:dPr>
                                  <m:ctrlPr>
                                    <a:rPr lang="en-GB" sz="2400" i="1" smtClean="0">
                                      <a:latin typeface="Cambria Math" panose="02040503050406030204" pitchFamily="18" charset="0"/>
                                      <a:ea typeface="Cambria Math" panose="02040503050406030204" pitchFamily="18" charset="0"/>
                                    </a:rPr>
                                  </m:ctrlPr>
                                </m:dPr>
                                <m:e>
                                  <m:sSup>
                                    <m:sSupPr>
                                      <m:ctrlPr>
                                        <a:rPr lang="en-GB" sz="2400" i="1" smtClean="0">
                                          <a:latin typeface="Cambria Math" panose="02040503050406030204" pitchFamily="18" charset="0"/>
                                          <a:ea typeface="Cambria Math" panose="02040503050406030204" pitchFamily="18" charset="0"/>
                                        </a:rPr>
                                      </m:ctrlPr>
                                    </m:sSupPr>
                                    <m:e>
                                      <m:r>
                                        <a:rPr lang="en-GB" sz="2400" i="1" smtClean="0">
                                          <a:latin typeface="Cambria Math" panose="02040503050406030204" pitchFamily="18" charset="0"/>
                                          <a:ea typeface="Cambria Math" panose="02040503050406030204" pitchFamily="18" charset="0"/>
                                        </a:rPr>
                                        <m:t>𝑒</m:t>
                                      </m:r>
                                    </m:e>
                                    <m:sup>
                                      <m:r>
                                        <a:rPr lang="en-GB" sz="2400" i="1" smtClean="0">
                                          <a:latin typeface="Cambria Math" panose="02040503050406030204" pitchFamily="18" charset="0"/>
                                          <a:ea typeface="Cambria Math" panose="02040503050406030204" pitchFamily="18" charset="0"/>
                                        </a:rPr>
                                        <m:t>𝑖</m:t>
                                      </m:r>
                                      <m:r>
                                        <a:rPr lang="en-GB" sz="2400" i="1" smtClean="0">
                                          <a:latin typeface="Cambria Math" panose="02040503050406030204" pitchFamily="18" charset="0"/>
                                          <a:ea typeface="Cambria Math" panose="02040503050406030204" pitchFamily="18" charset="0"/>
                                        </a:rPr>
                                        <m:t>𝜆</m:t>
                                      </m:r>
                                    </m:sup>
                                  </m:sSup>
                                </m:e>
                              </m:d>
                              <m:r>
                                <a:rPr lang="en-GB" sz="2400" i="1" smtClean="0">
                                  <a:latin typeface="Cambria Math" panose="02040503050406030204" pitchFamily="18" charset="0"/>
                                  <a:ea typeface="Cambria Math" panose="02040503050406030204" pitchFamily="18" charset="0"/>
                                </a:rPr>
                                <m:t>|</m:t>
                              </m:r>
                            </m:e>
                            <m:sup>
                              <m:r>
                                <a:rPr lang="en-GB" sz="2400" i="1" smtClean="0">
                                  <a:latin typeface="Cambria Math" panose="02040503050406030204" pitchFamily="18" charset="0"/>
                                  <a:ea typeface="Cambria Math" panose="02040503050406030204" pitchFamily="18" charset="0"/>
                                </a:rPr>
                                <m:t>2</m:t>
                              </m:r>
                            </m:sup>
                          </m:sSup>
                        </m:den>
                      </m:f>
                    </m:oMath>
                  </m:oMathPara>
                </a14:m>
                <a:endParaRPr lang="en-GB" sz="2400" dirty="0"/>
              </a:p>
              <a:p>
                <a:pPr lvl="1"/>
                <a:r>
                  <a:rPr lang="en-GB" dirty="0"/>
                  <a:t>Extension to non-stationary models →Pseudo-spectrum</a:t>
                </a:r>
              </a:p>
              <a:p>
                <a:pPr lvl="1"/>
                <a:r>
                  <a:rPr lang="en-GB" dirty="0"/>
                  <a:t>Counterpart of the periodogram, contribution of each frequency to the variance of the series</a:t>
                </a:r>
              </a:p>
              <a:p>
                <a:pPr lvl="1"/>
                <a:endParaRPr lang="en-GB" dirty="0"/>
              </a:p>
            </p:txBody>
          </p:sp>
        </mc:Choice>
        <mc:Fallback>
          <p:sp>
            <p:nvSpPr>
              <p:cNvPr id="3" name="Content Placeholder 2">
                <a:extLst>
                  <a:ext uri="{FF2B5EF4-FFF2-40B4-BE49-F238E27FC236}">
                    <a16:creationId xmlns:a16="http://schemas.microsoft.com/office/drawing/2014/main" id="{868297F8-BA6A-48E5-9382-E3D1FB89D815}"/>
                  </a:ext>
                </a:extLst>
              </p:cNvPr>
              <p:cNvSpPr>
                <a:spLocks noGrp="1" noRot="1" noChangeAspect="1" noMove="1" noResize="1" noEditPoints="1" noAdjustHandles="1" noChangeArrowheads="1" noChangeShapeType="1" noTextEdit="1"/>
              </p:cNvSpPr>
              <p:nvPr>
                <p:ph sz="half" idx="2"/>
              </p:nvPr>
            </p:nvSpPr>
            <p:spPr>
              <a:blipFill>
                <a:blip r:embed="rId2"/>
                <a:stretch>
                  <a:fillRect l="-754" t="-1974"/>
                </a:stretch>
              </a:blipFill>
            </p:spPr>
            <p:txBody>
              <a:bodyPr/>
              <a:lstStyle/>
              <a:p>
                <a:r>
                  <a:rPr lang="en-GB">
                    <a:noFill/>
                  </a:rPr>
                  <a:t> </a:t>
                </a:r>
              </a:p>
            </p:txBody>
          </p:sp>
        </mc:Fallback>
      </mc:AlternateContent>
      <p:sp>
        <p:nvSpPr>
          <p:cNvPr id="5" name="Footer Placeholder 4">
            <a:extLst>
              <a:ext uri="{FF2B5EF4-FFF2-40B4-BE49-F238E27FC236}">
                <a16:creationId xmlns:a16="http://schemas.microsoft.com/office/drawing/2014/main" id="{BC3F3F08-3AF5-44A9-9AF5-DFB67B1FC15B}"/>
              </a:ext>
            </a:extLst>
          </p:cNvPr>
          <p:cNvSpPr>
            <a:spLocks noGrp="1"/>
          </p:cNvSpPr>
          <p:nvPr>
            <p:ph type="ftr" sz="quarter" idx="4294967295"/>
          </p:nvPr>
        </p:nvSpPr>
        <p:spPr>
          <a:xfrm>
            <a:off x="0" y="0"/>
            <a:ext cx="0" cy="0"/>
          </a:xfrm>
        </p:spPr>
        <p:txBody>
          <a:bodyPr/>
          <a:lstStyle/>
          <a:p>
            <a:r>
              <a:rPr lang="en-GB"/>
              <a:t>Time Series</a:t>
            </a:r>
          </a:p>
        </p:txBody>
      </p:sp>
    </p:spTree>
    <p:extLst>
      <p:ext uri="{BB962C8B-B14F-4D97-AF65-F5344CB8AC3E}">
        <p14:creationId xmlns:p14="http://schemas.microsoft.com/office/powerpoint/2010/main" val="228961061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4EC42D-AE7A-4704-B675-7425BA214C34}"/>
              </a:ext>
            </a:extLst>
          </p:cNvPr>
          <p:cNvSpPr>
            <a:spLocks noGrp="1"/>
          </p:cNvSpPr>
          <p:nvPr>
            <p:ph type="title"/>
          </p:nvPr>
        </p:nvSpPr>
        <p:spPr/>
        <p:txBody>
          <a:bodyPr/>
          <a:lstStyle/>
          <a:p>
            <a:r>
              <a:rPr lang="en-GB" dirty="0"/>
              <a:t>Final remarks</a:t>
            </a:r>
          </a:p>
        </p:txBody>
      </p:sp>
      <p:sp>
        <p:nvSpPr>
          <p:cNvPr id="4" name="Espace réservé du numéro de diapositive 3">
            <a:extLst>
              <a:ext uri="{FF2B5EF4-FFF2-40B4-BE49-F238E27FC236}">
                <a16:creationId xmlns:a16="http://schemas.microsoft.com/office/drawing/2014/main" id="{F746840B-23EB-74E9-F545-AC1E0DB273D4}"/>
              </a:ext>
            </a:extLst>
          </p:cNvPr>
          <p:cNvSpPr>
            <a:spLocks noGrp="1"/>
          </p:cNvSpPr>
          <p:nvPr>
            <p:ph type="sldNum" idx="12"/>
          </p:nvPr>
        </p:nvSpPr>
        <p:spPr/>
        <p:txBody>
          <a:bodyPr/>
          <a:lstStyle/>
          <a:p>
            <a:fld id="{71CC62B1-FA1F-4849-B719-012F8D8A46B3}" type="slidenum">
              <a:rPr lang="en-GB" smtClean="0"/>
              <a:t>16</a:t>
            </a:fld>
            <a:endParaRPr lang="en-GB"/>
          </a:p>
        </p:txBody>
      </p:sp>
      <p:sp>
        <p:nvSpPr>
          <p:cNvPr id="3" name="Content Placeholder 2">
            <a:extLst>
              <a:ext uri="{FF2B5EF4-FFF2-40B4-BE49-F238E27FC236}">
                <a16:creationId xmlns:a16="http://schemas.microsoft.com/office/drawing/2014/main" id="{4792A7B2-4806-4DDC-A27A-F88A9F042159}"/>
              </a:ext>
            </a:extLst>
          </p:cNvPr>
          <p:cNvSpPr>
            <a:spLocks noGrp="1"/>
          </p:cNvSpPr>
          <p:nvPr>
            <p:ph sz="half" idx="2"/>
          </p:nvPr>
        </p:nvSpPr>
        <p:spPr/>
        <p:txBody>
          <a:bodyPr/>
          <a:lstStyle/>
          <a:p>
            <a:pPr algn="l"/>
            <a:r>
              <a:rPr lang="en-GB" sz="2800" dirty="0"/>
              <a:t>Importance of the representation in the frequency domain for series decomposition</a:t>
            </a:r>
          </a:p>
          <a:p>
            <a:pPr lvl="1"/>
            <a:r>
              <a:rPr lang="en-GB" sz="2400" dirty="0"/>
              <a:t>Trend ≈ low frequencies</a:t>
            </a:r>
          </a:p>
          <a:p>
            <a:pPr lvl="1"/>
            <a:r>
              <a:rPr lang="en-GB" sz="2400" dirty="0"/>
              <a:t>Seasonal ≈ seasonal frequencies (related to the periodicity)</a:t>
            </a:r>
          </a:p>
          <a:p>
            <a:pPr lvl="1"/>
            <a:r>
              <a:rPr lang="en-GB" sz="2400" dirty="0"/>
              <a:t>Irregular ≈ high-frequencies</a:t>
            </a:r>
          </a:p>
          <a:p>
            <a:pPr lvl="1"/>
            <a:endParaRPr lang="en-GB" sz="2400" dirty="0"/>
          </a:p>
          <a:p>
            <a:r>
              <a:rPr lang="en-GB" sz="2800" dirty="0"/>
              <a:t>Especially true for SEATS</a:t>
            </a:r>
          </a:p>
        </p:txBody>
      </p:sp>
      <p:sp>
        <p:nvSpPr>
          <p:cNvPr id="5" name="Footer Placeholder 4">
            <a:extLst>
              <a:ext uri="{FF2B5EF4-FFF2-40B4-BE49-F238E27FC236}">
                <a16:creationId xmlns:a16="http://schemas.microsoft.com/office/drawing/2014/main" id="{DB2C2BE9-D4B2-4D11-AFD2-FFBC4744A7C9}"/>
              </a:ext>
            </a:extLst>
          </p:cNvPr>
          <p:cNvSpPr>
            <a:spLocks noGrp="1"/>
          </p:cNvSpPr>
          <p:nvPr>
            <p:ph type="ftr" sz="quarter" idx="4294967295"/>
          </p:nvPr>
        </p:nvSpPr>
        <p:spPr>
          <a:xfrm>
            <a:off x="0" y="0"/>
            <a:ext cx="0" cy="0"/>
          </a:xfrm>
        </p:spPr>
        <p:txBody>
          <a:bodyPr/>
          <a:lstStyle/>
          <a:p>
            <a:r>
              <a:rPr lang="en-GB"/>
              <a:t>Time Series</a:t>
            </a:r>
          </a:p>
        </p:txBody>
      </p:sp>
    </p:spTree>
    <p:extLst>
      <p:ext uri="{BB962C8B-B14F-4D97-AF65-F5344CB8AC3E}">
        <p14:creationId xmlns:p14="http://schemas.microsoft.com/office/powerpoint/2010/main" val="54476976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839CC45C-6ECF-1414-149F-897E6C17440A}"/>
              </a:ext>
            </a:extLst>
          </p:cNvPr>
          <p:cNvSpPr>
            <a:spLocks noGrp="1"/>
          </p:cNvSpPr>
          <p:nvPr>
            <p:ph type="body" idx="1"/>
          </p:nvPr>
        </p:nvSpPr>
        <p:spPr/>
        <p:txBody>
          <a:bodyPr/>
          <a:lstStyle/>
          <a:p>
            <a:endParaRPr lang="en-IE"/>
          </a:p>
        </p:txBody>
      </p:sp>
      <p:sp>
        <p:nvSpPr>
          <p:cNvPr id="3" name="Title 2">
            <a:extLst>
              <a:ext uri="{FF2B5EF4-FFF2-40B4-BE49-F238E27FC236}">
                <a16:creationId xmlns:a16="http://schemas.microsoft.com/office/drawing/2014/main" id="{B0CA729C-10AD-F90E-DB78-5A4E0B79E3B8}"/>
              </a:ext>
            </a:extLst>
          </p:cNvPr>
          <p:cNvSpPr>
            <a:spLocks noGrp="1"/>
          </p:cNvSpPr>
          <p:nvPr>
            <p:ph type="title"/>
          </p:nvPr>
        </p:nvSpPr>
        <p:spPr/>
        <p:txBody>
          <a:bodyPr/>
          <a:lstStyle/>
          <a:p>
            <a:endParaRPr lang="en-IE"/>
          </a:p>
        </p:txBody>
      </p:sp>
      <p:sp>
        <p:nvSpPr>
          <p:cNvPr id="4" name="Espace réservé du numéro de diapositive 3">
            <a:extLst>
              <a:ext uri="{FF2B5EF4-FFF2-40B4-BE49-F238E27FC236}">
                <a16:creationId xmlns:a16="http://schemas.microsoft.com/office/drawing/2014/main" id="{59262D70-62B9-D263-8A19-424C6F78C6B0}"/>
              </a:ext>
            </a:extLst>
          </p:cNvPr>
          <p:cNvSpPr>
            <a:spLocks noGrp="1"/>
          </p:cNvSpPr>
          <p:nvPr>
            <p:ph type="sldNum" idx="12"/>
          </p:nvPr>
        </p:nvSpPr>
        <p:spPr/>
        <p:txBody>
          <a:bodyPr/>
          <a:lstStyle/>
          <a:p>
            <a:fld id="{00000000-1234-1234-1234-123412341234}" type="slidenum">
              <a:rPr lang="en-GB" smtClean="0"/>
              <a:pPr/>
              <a:t>17</a:t>
            </a:fld>
            <a:endParaRPr lang="en-GB"/>
          </a:p>
        </p:txBody>
      </p:sp>
    </p:spTree>
    <p:extLst>
      <p:ext uri="{BB962C8B-B14F-4D97-AF65-F5344CB8AC3E}">
        <p14:creationId xmlns:p14="http://schemas.microsoft.com/office/powerpoint/2010/main" val="1178843831"/>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SLIDO_APP_VERSION" val="1.5.3.3511"/>
  <p:tag name="SLIDO_PRESENTATION_ID" val="00000000-0000-0000-0000-000000000000"/>
  <p:tag name="SLIDO_EVENT_UUID" val="d5f05ec8-edda-47a7-a42e-90bbfcebfc5f"/>
  <p:tag name="SLIDO_EVENT_SECTION_UUID" val="71a6711e-5d0b-4e9f-9223-093e31161b77"/>
</p:tagLst>
</file>

<file path=ppt/theme/theme1.xml><?xml version="1.0" encoding="utf-8"?>
<a:theme xmlns:a="http://schemas.openxmlformats.org/drawingml/2006/main" name="ESTAT Theme">
  <a:themeElements>
    <a:clrScheme name="EC colour scheme">
      <a:dk1>
        <a:srgbClr val="4D4D4D"/>
      </a:dk1>
      <a:lt1>
        <a:srgbClr val="FFFFFF"/>
      </a:lt1>
      <a:dk2>
        <a:srgbClr val="034EA2"/>
      </a:dk2>
      <a:lt2>
        <a:srgbClr val="D3E8F9"/>
      </a:lt2>
      <a:accent1>
        <a:srgbClr val="1E858B"/>
      </a:accent1>
      <a:accent2>
        <a:srgbClr val="4BC5DE"/>
      </a:accent2>
      <a:accent3>
        <a:srgbClr val="1EC08A"/>
      </a:accent3>
      <a:accent4>
        <a:srgbClr val="ED8D2F"/>
      </a:accent4>
      <a:accent5>
        <a:srgbClr val="FFC000"/>
      </a:accent5>
      <a:accent6>
        <a:srgbClr val="E76C53"/>
      </a:accent6>
      <a:hlink>
        <a:srgbClr val="0563C1"/>
      </a:hlink>
      <a:folHlink>
        <a:srgbClr val="24337E"/>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ESTAT PPT Template.potx" id="{44100892-7769-4A20-A750-3553371E0F2E}" vid="{905E760A-09FE-4DBA-89B6-DF3A5D6D0959}"/>
    </a:ext>
  </a:ext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E6AA5C57F8EADE4E9CD6BB064C0C3195" ma:contentTypeVersion="16" ma:contentTypeDescription="Create a new document." ma:contentTypeScope="" ma:versionID="bb51c19a58f458ddcddd050a07659236">
  <xsd:schema xmlns:xsd="http://www.w3.org/2001/XMLSchema" xmlns:xs="http://www.w3.org/2001/XMLSchema" xmlns:p="http://schemas.microsoft.com/office/2006/metadata/properties" xmlns:ns2="0e422b70-e85d-4377-8ee0-b6227433d381" xmlns:ns3="199f642e-5af9-486c-ac06-f366742ef41a" targetNamespace="http://schemas.microsoft.com/office/2006/metadata/properties" ma:root="true" ma:fieldsID="0ee7a3bac0352a48a43420936abd968a" ns2:_="" ns3:_="">
    <xsd:import namespace="0e422b70-e85d-4377-8ee0-b6227433d381"/>
    <xsd:import namespace="199f642e-5af9-486c-ac06-f366742ef41a"/>
    <xsd:element name="properties">
      <xsd:complexType>
        <xsd:sequence>
          <xsd:element name="documentManagement">
            <xsd:complexType>
              <xsd:all>
                <xsd:element ref="ns2:lcf76f155ced4ddcb4097134ff3c332f" minOccurs="0"/>
                <xsd:element ref="ns3:TaxCatchAll" minOccurs="0"/>
                <xsd:element ref="ns2:MediaServiceMetadata" minOccurs="0"/>
                <xsd:element ref="ns2:MediaServiceFastMetadata" minOccurs="0"/>
                <xsd:element ref="ns2:MediaServiceGenerationTime" minOccurs="0"/>
                <xsd:element ref="ns2:MediaServiceEventHashCode" minOccurs="0"/>
                <xsd:element ref="ns2:MediaServiceOCR" minOccurs="0"/>
                <xsd:element ref="ns3:SharedWithUsers" minOccurs="0"/>
                <xsd:element ref="ns3:SharedWithDetails" minOccurs="0"/>
                <xsd:element ref="ns2:MediaServiceObjectDetectorVersions" minOccurs="0"/>
                <xsd:element ref="ns2:MediaServiceDateTaken" minOccurs="0"/>
                <xsd:element ref="ns2:MediaLengthInSeconds" minOccurs="0"/>
                <xsd:element ref="ns2:MediaServiceSearchProperties" minOccurs="0"/>
                <xsd:element ref="ns2:MediaServiceLocation"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e422b70-e85d-4377-8ee0-b6227433d381" elementFormDefault="qualified">
    <xsd:import namespace="http://schemas.microsoft.com/office/2006/documentManagement/types"/>
    <xsd:import namespace="http://schemas.microsoft.com/office/infopath/2007/PartnerControls"/>
    <xsd:element name="lcf76f155ced4ddcb4097134ff3c332f" ma:index="9" nillable="true" ma:taxonomy="true" ma:internalName="lcf76f155ced4ddcb4097134ff3c332f" ma:taxonomyFieldName="MediaServiceImageTags" ma:displayName="Image Tags" ma:readOnly="false" ma:fieldId="{5cf76f15-5ced-4ddc-b409-7134ff3c332f}" ma:taxonomyMulti="true" ma:sspId="22b2fad6-9d2c-441c-a321-3f5f1e9bd928" ma:termSetId="09814cd3-568e-fe90-9814-8d621ff8fb84" ma:anchorId="fba54fb3-c3e1-fe81-a776-ca4b69148c4d" ma:open="true" ma:isKeyword="false">
      <xsd:complexType>
        <xsd:sequence>
          <xsd:element ref="pc:Terms" minOccurs="0" maxOccurs="1"/>
        </xsd:sequence>
      </xsd:complexType>
    </xsd:element>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ObjectDetectorVersions" ma:index="18" nillable="true" ma:displayName="MediaServiceObjectDetectorVersions" ma:hidden="true" ma:indexed="true" ma:internalName="MediaServiceObjectDetectorVersions" ma:readOnly="true">
      <xsd:simpleType>
        <xsd:restriction base="dms:Text"/>
      </xsd:simpleType>
    </xsd:element>
    <xsd:element name="MediaServiceDateTaken" ma:index="19" nillable="true" ma:displayName="MediaServiceDateTaken" ma:hidden="true" ma:indexed="true" ma:internalName="MediaServiceDateTaken" ma:readOnly="true">
      <xsd:simpleType>
        <xsd:restriction base="dms:Text"/>
      </xsd:simpleType>
    </xsd:element>
    <xsd:element name="MediaLengthInSeconds" ma:index="20" nillable="true" ma:displayName="MediaLengthInSeconds" ma:hidden="true" ma:internalName="MediaLengthInSeconds" ma:readOnly="true">
      <xsd:simpleType>
        <xsd:restriction base="dms:Unknown"/>
      </xsd:simpleType>
    </xsd:element>
    <xsd:element name="MediaServiceSearchProperties" ma:index="21" nillable="true" ma:displayName="MediaServiceSearchProperties" ma:hidden="true" ma:internalName="MediaServiceSearchProperties" ma:readOnly="true">
      <xsd:simpleType>
        <xsd:restriction base="dms:Note"/>
      </xsd:simpleType>
    </xsd:element>
    <xsd:element name="MediaServiceLocation" ma:index="22" nillable="true" ma:displayName="Location" ma:indexed="true" ma:internalName="MediaServiceLocation" ma:readOnly="true">
      <xsd:simpleType>
        <xsd:restriction base="dms:Text"/>
      </xsd:simpleType>
    </xsd:element>
    <xsd:element name="MediaServiceBillingMetadata" ma:index="23"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99f642e-5af9-486c-ac06-f366742ef41a" elementFormDefault="qualified">
    <xsd:import namespace="http://schemas.microsoft.com/office/2006/documentManagement/types"/>
    <xsd:import namespace="http://schemas.microsoft.com/office/infopath/2007/PartnerControls"/>
    <xsd:element name="TaxCatchAll" ma:index="10" nillable="true" ma:displayName="Taxonomy Catch All Column" ma:hidden="true" ma:list="{22defd33-e0ca-4991-a4bb-5bf1ac0b491c}" ma:internalName="TaxCatchAll" ma:showField="CatchAllData" ma:web="199f642e-5af9-486c-ac06-f366742ef41a">
      <xsd:complexType>
        <xsd:complexContent>
          <xsd:extension base="dms:MultiChoiceLookup">
            <xsd:sequence>
              <xsd:element name="Value" type="dms:Lookup" maxOccurs="unbounded" minOccurs="0" nillable="true"/>
            </xsd:sequence>
          </xsd:extension>
        </xsd:complexContent>
      </xsd:complexType>
    </xsd:element>
    <xsd:element name="SharedWithUsers" ma:index="16"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7"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0e422b70-e85d-4377-8ee0-b6227433d381">
      <Terms xmlns="http://schemas.microsoft.com/office/infopath/2007/PartnerControls"/>
    </lcf76f155ced4ddcb4097134ff3c332f>
    <TaxCatchAll xmlns="199f642e-5af9-486c-ac06-f366742ef41a"/>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04B464EA-1576-49DD-9675-1E3399D4D19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0e422b70-e85d-4377-8ee0-b6227433d381"/>
    <ds:schemaRef ds:uri="199f642e-5af9-486c-ac06-f366742ef41a"/>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2D6C293B-B8B4-4284-A17E-9F9E4C32B25A}">
  <ds:schemaRefs>
    <ds:schemaRef ds:uri="http://schemas.microsoft.com/office/2006/documentManagement/types"/>
    <ds:schemaRef ds:uri="http://purl.org/dc/elements/1.1/"/>
    <ds:schemaRef ds:uri="http://purl.org/dc/terms/"/>
    <ds:schemaRef ds:uri="http://purl.org/dc/dcmitype/"/>
    <ds:schemaRef ds:uri="0e422b70-e85d-4377-8ee0-b6227433d381"/>
    <ds:schemaRef ds:uri="http://schemas.microsoft.com/office/infopath/2007/PartnerControls"/>
    <ds:schemaRef ds:uri="199f642e-5af9-486c-ac06-f366742ef41a"/>
    <ds:schemaRef ds:uri="http://schemas.openxmlformats.org/package/2006/metadata/core-properties"/>
    <ds:schemaRef ds:uri="http://schemas.microsoft.com/office/2006/metadata/properties"/>
    <ds:schemaRef ds:uri="http://www.w3.org/XML/1998/namespace"/>
  </ds:schemaRefs>
</ds:datastoreItem>
</file>

<file path=customXml/itemProps3.xml><?xml version="1.0" encoding="utf-8"?>
<ds:datastoreItem xmlns:ds="http://schemas.openxmlformats.org/officeDocument/2006/customXml" ds:itemID="{67DD9E9F-9EEB-4105-B29B-819486C2855A}">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221</TotalTime>
  <Words>711</Words>
  <Application>Microsoft Office PowerPoint</Application>
  <PresentationFormat>Grand écran</PresentationFormat>
  <Paragraphs>142</Paragraphs>
  <Slides>17</Slides>
  <Notes>0</Notes>
  <HiddenSlides>0</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17</vt:i4>
      </vt:variant>
    </vt:vector>
  </HeadingPairs>
  <TitlesOfParts>
    <vt:vector size="22" baseType="lpstr">
      <vt:lpstr>Arial</vt:lpstr>
      <vt:lpstr>Calibri</vt:lpstr>
      <vt:lpstr>Cambria Math</vt:lpstr>
      <vt:lpstr>F17</vt:lpstr>
      <vt:lpstr>ESTAT Theme</vt:lpstr>
      <vt:lpstr>Time series</vt:lpstr>
      <vt:lpstr>1. Outline</vt:lpstr>
      <vt:lpstr>2. Time series</vt:lpstr>
      <vt:lpstr>3. Basic tools</vt:lpstr>
      <vt:lpstr>3. Basic tools (cont.)</vt:lpstr>
      <vt:lpstr>3. Linear filters</vt:lpstr>
      <vt:lpstr>3. Linear filters: properties</vt:lpstr>
      <vt:lpstr>3. Linear filters: properties</vt:lpstr>
      <vt:lpstr>4. Stationarity</vt:lpstr>
      <vt:lpstr>Stationary series</vt:lpstr>
      <vt:lpstr>Stationary series in R</vt:lpstr>
      <vt:lpstr>Arima models</vt:lpstr>
      <vt:lpstr>Arima models (definitions)</vt:lpstr>
      <vt:lpstr>Arima models (definitions)</vt:lpstr>
      <vt:lpstr>Arima model properties</vt:lpstr>
      <vt:lpstr>Final remarks</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Title title title title title title title title title title title title title</dc:title>
  <dc:creator>HANZEVACKI Andrej (ESTAT)</dc:creator>
  <cp:lastModifiedBy>Jean Palate</cp:lastModifiedBy>
  <cp:revision>70</cp:revision>
  <dcterms:created xsi:type="dcterms:W3CDTF">2024-11-22T11:11:00Z</dcterms:created>
  <dcterms:modified xsi:type="dcterms:W3CDTF">2026-09-30T14:22:20Z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0x010100E6AA5C57F8EADE4E9CD6BB064C0C3195</vt:lpwstr>
  </property>
  <property fmtid="{D5CDD505-2E9C-101B-9397-08002B2CF9AE}" pid="3" name="MSIP_Label_6bd9ddd1-4d20-43f6-abfa-fc3c07406f94_Enabled">
    <vt:lpwstr>true</vt:lpwstr>
  </property>
  <property fmtid="{D5CDD505-2E9C-101B-9397-08002B2CF9AE}" pid="4" name="MSIP_Label_6bd9ddd1-4d20-43f6-abfa-fc3c07406f94_SetDate">
    <vt:lpwstr>2023-09-26T10:27:54Z</vt:lpwstr>
  </property>
  <property fmtid="{D5CDD505-2E9C-101B-9397-08002B2CF9AE}" pid="5" name="MSIP_Label_6bd9ddd1-4d20-43f6-abfa-fc3c07406f94_Method">
    <vt:lpwstr>Standard</vt:lpwstr>
  </property>
  <property fmtid="{D5CDD505-2E9C-101B-9397-08002B2CF9AE}" pid="6" name="MSIP_Label_6bd9ddd1-4d20-43f6-abfa-fc3c07406f94_Name">
    <vt:lpwstr>Commission Use</vt:lpwstr>
  </property>
  <property fmtid="{D5CDD505-2E9C-101B-9397-08002B2CF9AE}" pid="7" name="MSIP_Label_6bd9ddd1-4d20-43f6-abfa-fc3c07406f94_SiteId">
    <vt:lpwstr>b24c8b06-522c-46fe-9080-70926f8dddb1</vt:lpwstr>
  </property>
  <property fmtid="{D5CDD505-2E9C-101B-9397-08002B2CF9AE}" pid="8" name="MSIP_Label_6bd9ddd1-4d20-43f6-abfa-fc3c07406f94_ActionId">
    <vt:lpwstr>5f9041e0-26c3-439f-9557-91c751557f9e</vt:lpwstr>
  </property>
  <property fmtid="{D5CDD505-2E9C-101B-9397-08002B2CF9AE}" pid="9" name="MSIP_Label_6bd9ddd1-4d20-43f6-abfa-fc3c07406f94_ContentBits">
    <vt:lpwstr>0</vt:lpwstr>
  </property>
  <property fmtid="{D5CDD505-2E9C-101B-9397-08002B2CF9AE}" pid="10" name="SlidoAppVersion">
    <vt:lpwstr>1.5.3.3511</vt:lpwstr>
  </property>
  <property fmtid="{D5CDD505-2E9C-101B-9397-08002B2CF9AE}" pid="11" name="MediaServiceImageTags">
    <vt:lpwstr/>
  </property>
</Properties>
</file>