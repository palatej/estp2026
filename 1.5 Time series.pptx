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4"/>
  </p:sldMasterIdLst>
  <p:notesMasterIdLst>
    <p:notesMasterId r:id="rId23"/>
  </p:notesMasterIdLst>
  <p:handoutMasterIdLst>
    <p:handoutMasterId r:id="rId24"/>
  </p:handoutMasterIdLst>
  <p:sldIdLst>
    <p:sldId id="256" r:id="rId5"/>
    <p:sldId id="262" r:id="rId6"/>
    <p:sldId id="263" r:id="rId7"/>
    <p:sldId id="264" r:id="rId8"/>
    <p:sldId id="280" r:id="rId9"/>
    <p:sldId id="279" r:id="rId10"/>
    <p:sldId id="272" r:id="rId11"/>
    <p:sldId id="273" r:id="rId12"/>
    <p:sldId id="260" r:id="rId13"/>
    <p:sldId id="274" r:id="rId14"/>
    <p:sldId id="275" r:id="rId15"/>
    <p:sldId id="276" r:id="rId16"/>
    <p:sldId id="265" r:id="rId17"/>
    <p:sldId id="266" r:id="rId18"/>
    <p:sldId id="267" r:id="rId19"/>
    <p:sldId id="270" r:id="rId20"/>
    <p:sldId id="268" r:id="rId21"/>
    <p:sldId id="261" r:id="rId22"/>
  </p:sldIdLst>
  <p:sldSz cx="12192000" cy="6858000"/>
  <p:notesSz cx="6858000" cy="9144000"/>
  <p:custDataLst>
    <p:tags r:id="rId25"/>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092">
          <p15:clr>
            <a:srgbClr val="A4A3A4"/>
          </p15:clr>
        </p15:guide>
        <p15:guide id="2" pos="3840">
          <p15:clr>
            <a:srgbClr val="A4A3A4"/>
          </p15:clr>
        </p15:guide>
      </p15:sldGuideLst>
    </p:ext>
    <p:ext uri="{2D200454-40CA-4A62-9FC3-DE9A4176ACB9}">
      <p15:notesGuideLst xmlns:p15="http://schemas.microsoft.com/office/powerpoint/2012/main"/>
    </p:ext>
    <p:ext uri="http://customooxmlschemas.google.com/">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59" roundtripDataSignature="AMtx7mh3YP3xexYcFoahXa2ehi0H5V4Za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44A7"/>
    <a:srgbClr val="101010"/>
    <a:srgbClr val="F4F4F4"/>
    <a:srgbClr val="104F99"/>
    <a:srgbClr val="0E47CB"/>
    <a:srgbClr val="003180"/>
    <a:srgbClr val="0A2744"/>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45" autoAdjust="0"/>
    <p:restoredTop sz="90315" autoAdjust="0"/>
  </p:normalViewPr>
  <p:slideViewPr>
    <p:cSldViewPr snapToGrid="0">
      <p:cViewPr varScale="1">
        <p:scale>
          <a:sx n="95" d="100"/>
          <a:sy n="95" d="100"/>
        </p:scale>
        <p:origin x="90" y="192"/>
      </p:cViewPr>
      <p:guideLst>
        <p:guide orient="horz" pos="2092"/>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75" d="100"/>
          <a:sy n="75" d="100"/>
        </p:scale>
        <p:origin x="2938"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slide" Target="slides/slide17.xml"/><Relationship Id="rId63"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gs" Target="tags/tag1.xml"/><Relationship Id="rId59" Type="http://customschemas.google.com/relationships/presentationmetadata" Target="meta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61"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66D6800-DB9C-EBAC-83AC-5F9D7E2C8B1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a:extLst>
              <a:ext uri="{FF2B5EF4-FFF2-40B4-BE49-F238E27FC236}">
                <a16:creationId xmlns:a16="http://schemas.microsoft.com/office/drawing/2014/main" id="{BDED1430-DB1F-C50E-E2CC-369D36DF276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CBFB8CE-488C-4A7E-87F2-3AF6127C51C1}" type="datetimeFigureOut">
              <a:rPr lang="en-IE" smtClean="0"/>
              <a:t>27/09/2026</a:t>
            </a:fld>
            <a:endParaRPr lang="en-IE"/>
          </a:p>
        </p:txBody>
      </p:sp>
      <p:sp>
        <p:nvSpPr>
          <p:cNvPr id="4" name="Footer Placeholder 3">
            <a:extLst>
              <a:ext uri="{FF2B5EF4-FFF2-40B4-BE49-F238E27FC236}">
                <a16:creationId xmlns:a16="http://schemas.microsoft.com/office/drawing/2014/main" id="{E41B46C1-E31F-1BE5-CF29-FC2D8EA3E24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5" name="Slide Number Placeholder 4">
            <a:extLst>
              <a:ext uri="{FF2B5EF4-FFF2-40B4-BE49-F238E27FC236}">
                <a16:creationId xmlns:a16="http://schemas.microsoft.com/office/drawing/2014/main" id="{24A38F49-91A1-E3F0-770A-4578CF8E586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9F2F4C-E206-483F-A4B8-E82471BA527C}" type="slidenum">
              <a:rPr lang="en-IE" smtClean="0"/>
              <a:t>‹N°›</a:t>
            </a:fld>
            <a:endParaRPr lang="en-IE"/>
          </a:p>
        </p:txBody>
      </p:sp>
    </p:spTree>
    <p:extLst>
      <p:ext uri="{BB962C8B-B14F-4D97-AF65-F5344CB8AC3E}">
        <p14:creationId xmlns:p14="http://schemas.microsoft.com/office/powerpoint/2010/main" val="2619827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reserve="1" userDrawn="1">
  <p:cSld name=" Title Slide">
    <p:spTree>
      <p:nvGrpSpPr>
        <p:cNvPr id="1" name="Shape 14"/>
        <p:cNvGrpSpPr/>
        <p:nvPr/>
      </p:nvGrpSpPr>
      <p:grpSpPr>
        <a:xfrm>
          <a:off x="0" y="0"/>
          <a:ext cx="0" cy="0"/>
          <a:chOff x="0" y="0"/>
          <a:chExt cx="0" cy="0"/>
        </a:xfrm>
      </p:grpSpPr>
      <p:pic>
        <p:nvPicPr>
          <p:cNvPr id="3" name="Picture 2">
            <a:extLst>
              <a:ext uri="{FF2B5EF4-FFF2-40B4-BE49-F238E27FC236}">
                <a16:creationId xmlns:a16="http://schemas.microsoft.com/office/drawing/2014/main" id="{CD898605-EE7A-6AAE-447A-080B2C6D2258}"/>
              </a:ext>
            </a:extLst>
          </p:cNvPr>
          <p:cNvPicPr>
            <a:picLocks noGrp="1" noRot="1" noChangeAspect="1" noMove="1" noResize="1" noEditPoints="1" noAdjustHandles="1" noChangeArrowheads="1" noChangeShapeType="1" noCrop="1"/>
          </p:cNvPicPr>
          <p:nvPr userDrawn="1"/>
        </p:nvPicPr>
        <p:blipFill>
          <a:blip r:embed="rId2"/>
          <a:srcRect t="3042" b="3042"/>
          <a:stretch/>
        </p:blipFill>
        <p:spPr>
          <a:xfrm>
            <a:off x="-918" y="0"/>
            <a:ext cx="12192001" cy="6866879"/>
          </a:xfrm>
          <a:prstGeom prst="rect">
            <a:avLst/>
          </a:prstGeom>
        </p:spPr>
      </p:pic>
      <p:sp>
        <p:nvSpPr>
          <p:cNvPr id="19" name="Google Shape;19;p22"/>
          <p:cNvSpPr txBox="1">
            <a:spLocks noGrp="1"/>
          </p:cNvSpPr>
          <p:nvPr>
            <p:ph type="subTitle" idx="1"/>
          </p:nvPr>
        </p:nvSpPr>
        <p:spPr>
          <a:xfrm>
            <a:off x="1112521" y="3277775"/>
            <a:ext cx="3957106" cy="1745469"/>
          </a:xfrm>
          <a:prstGeom prst="rect">
            <a:avLst/>
          </a:prstGeom>
          <a:noFill/>
          <a:ln>
            <a:noFill/>
          </a:ln>
        </p:spPr>
        <p:txBody>
          <a:bodyPr spcFirstLastPara="1" wrap="square" lIns="91425" tIns="45700" rIns="91425" bIns="45700" anchor="t" anchorCtr="0">
            <a:noAutofit/>
          </a:bodyPr>
          <a:lstStyle>
            <a:lvl1pPr marL="0" lvl="0" algn="l">
              <a:lnSpc>
                <a:spcPct val="100000"/>
              </a:lnSpc>
              <a:spcBef>
                <a:spcPts val="0"/>
              </a:spcBef>
              <a:spcAft>
                <a:spcPts val="0"/>
              </a:spcAft>
              <a:buSzPts val="2800"/>
              <a:buNone/>
              <a:defRPr sz="2800" i="0">
                <a:solidFill>
                  <a:schemeClr val="bg1"/>
                </a:solidFill>
              </a:defRPr>
            </a:lvl1pPr>
            <a:lvl2pPr lvl="1" algn="ctr">
              <a:lnSpc>
                <a:spcPct val="100000"/>
              </a:lnSpc>
              <a:spcBef>
                <a:spcPts val="1800"/>
              </a:spcBef>
              <a:spcAft>
                <a:spcPts val="0"/>
              </a:spcAft>
              <a:buSzPts val="2000"/>
              <a:buNone/>
              <a:defRPr sz="2000"/>
            </a:lvl2pPr>
            <a:lvl3pPr lvl="2" algn="ctr">
              <a:lnSpc>
                <a:spcPct val="100000"/>
              </a:lnSpc>
              <a:spcBef>
                <a:spcPts val="1800"/>
              </a:spcBef>
              <a:spcAft>
                <a:spcPts val="0"/>
              </a:spcAft>
              <a:buSzPts val="1800"/>
              <a:buNone/>
              <a:defRPr sz="1800"/>
            </a:lvl3pPr>
            <a:lvl4pPr lvl="3" algn="ctr">
              <a:lnSpc>
                <a:spcPct val="100000"/>
              </a:lnSpc>
              <a:spcBef>
                <a:spcPts val="1800"/>
              </a:spcBef>
              <a:spcAft>
                <a:spcPts val="0"/>
              </a:spcAft>
              <a:buSzPts val="1600"/>
              <a:buNone/>
              <a:defRPr sz="1600"/>
            </a:lvl4pPr>
            <a:lvl5pPr lvl="4" algn="ctr">
              <a:lnSpc>
                <a:spcPct val="100000"/>
              </a:lnSpc>
              <a:spcBef>
                <a:spcPts val="1800"/>
              </a:spcBef>
              <a:spcAft>
                <a:spcPts val="0"/>
              </a:spcAft>
              <a:buSzPts val="1600"/>
              <a:buNone/>
              <a:defRPr sz="1600"/>
            </a:lvl5pPr>
            <a:lvl6pPr lvl="5" algn="ctr">
              <a:lnSpc>
                <a:spcPct val="90000"/>
              </a:lnSpc>
              <a:spcBef>
                <a:spcPts val="18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r>
              <a:rPr lang="en-US" dirty="0"/>
              <a:t>Click to edit Master subtitle style</a:t>
            </a:r>
            <a:endParaRPr dirty="0"/>
          </a:p>
        </p:txBody>
      </p:sp>
      <p:pic>
        <p:nvPicPr>
          <p:cNvPr id="5" name="Picture 4">
            <a:extLst>
              <a:ext uri="{FF2B5EF4-FFF2-40B4-BE49-F238E27FC236}">
                <a16:creationId xmlns:a16="http://schemas.microsoft.com/office/drawing/2014/main" id="{0D09F257-77BC-80DD-CDE4-F5B22D79517B}"/>
              </a:ext>
            </a:extLst>
          </p:cNvPr>
          <p:cNvPicPr>
            <a:picLocks noChangeAspect="1"/>
          </p:cNvPicPr>
          <p:nvPr userDrawn="1"/>
        </p:nvPicPr>
        <p:blipFill>
          <a:blip r:embed="rId3"/>
          <a:srcRect/>
          <a:stretch/>
        </p:blipFill>
        <p:spPr>
          <a:xfrm>
            <a:off x="7381876" y="3596720"/>
            <a:ext cx="4224858" cy="1374485"/>
          </a:xfrm>
          <a:prstGeom prst="rect">
            <a:avLst/>
          </a:prstGeom>
        </p:spPr>
      </p:pic>
      <p:sp>
        <p:nvSpPr>
          <p:cNvPr id="16" name="Title 15">
            <a:extLst>
              <a:ext uri="{FF2B5EF4-FFF2-40B4-BE49-F238E27FC236}">
                <a16:creationId xmlns:a16="http://schemas.microsoft.com/office/drawing/2014/main" id="{784A076C-4C5D-810C-C205-F06C491692A3}"/>
              </a:ext>
            </a:extLst>
          </p:cNvPr>
          <p:cNvSpPr>
            <a:spLocks noGrp="1"/>
          </p:cNvSpPr>
          <p:nvPr>
            <p:ph type="title"/>
          </p:nvPr>
        </p:nvSpPr>
        <p:spPr>
          <a:xfrm>
            <a:off x="1112521" y="885018"/>
            <a:ext cx="9448800" cy="2037783"/>
          </a:xfrm>
        </p:spPr>
        <p:txBody>
          <a:bodyPr anchor="ctr"/>
          <a:lstStyle>
            <a:lvl1pPr>
              <a:defRPr sz="4800">
                <a:solidFill>
                  <a:schemeClr val="bg1"/>
                </a:solidFill>
              </a:defRPr>
            </a:lvl1pPr>
          </a:lstStyle>
          <a:p>
            <a:r>
              <a:rPr lang="en-US" dirty="0"/>
              <a:t>Click to edit Master title style</a:t>
            </a:r>
            <a:endParaRPr lang="en-IE" dirty="0"/>
          </a:p>
        </p:txBody>
      </p:sp>
      <p:sp>
        <p:nvSpPr>
          <p:cNvPr id="24" name="Text Placeholder 23">
            <a:extLst>
              <a:ext uri="{FF2B5EF4-FFF2-40B4-BE49-F238E27FC236}">
                <a16:creationId xmlns:a16="http://schemas.microsoft.com/office/drawing/2014/main" id="{E5F2B0E4-A35A-CFA1-4E98-55EAD82CE82B}"/>
              </a:ext>
            </a:extLst>
          </p:cNvPr>
          <p:cNvSpPr>
            <a:spLocks noGrp="1"/>
          </p:cNvSpPr>
          <p:nvPr>
            <p:ph type="body" sz="quarter" idx="10"/>
          </p:nvPr>
        </p:nvSpPr>
        <p:spPr>
          <a:xfrm>
            <a:off x="1307994" y="5771588"/>
            <a:ext cx="2509626" cy="777875"/>
          </a:xfrm>
        </p:spPr>
        <p:txBody>
          <a:bodyPr/>
          <a:lstStyle>
            <a:lvl1pPr marL="0" indent="0">
              <a:buNone/>
              <a:defRPr sz="2000">
                <a:solidFill>
                  <a:schemeClr val="bg1"/>
                </a:solidFill>
              </a:defRPr>
            </a:lvl1pPr>
          </a:lstStyle>
          <a:p>
            <a:pPr lvl="0"/>
            <a:r>
              <a:rPr lang="en-US" dirty="0"/>
              <a:t>Click to edit Master text styles</a:t>
            </a:r>
          </a:p>
        </p:txBody>
      </p:sp>
    </p:spTree>
    <p:extLst>
      <p:ext uri="{BB962C8B-B14F-4D97-AF65-F5344CB8AC3E}">
        <p14:creationId xmlns:p14="http://schemas.microsoft.com/office/powerpoint/2010/main" val="31594073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and Object" preserve="1" userDrawn="1">
  <p:cSld name="Content and Object">
    <p:spTree>
      <p:nvGrpSpPr>
        <p:cNvPr id="1" name="Shape 172"/>
        <p:cNvGrpSpPr/>
        <p:nvPr/>
      </p:nvGrpSpPr>
      <p:grpSpPr>
        <a:xfrm>
          <a:off x="0" y="0"/>
          <a:ext cx="0" cy="0"/>
          <a:chOff x="0" y="0"/>
          <a:chExt cx="0" cy="0"/>
        </a:xfrm>
      </p:grpSpPr>
      <p:sp>
        <p:nvSpPr>
          <p:cNvPr id="174" name="Google Shape;174;p41"/>
          <p:cNvSpPr txBox="1">
            <a:spLocks noGrp="1"/>
          </p:cNvSpPr>
          <p:nvPr>
            <p:ph type="title"/>
          </p:nvPr>
        </p:nvSpPr>
        <p:spPr>
          <a:xfrm>
            <a:off x="970722" y="65387"/>
            <a:ext cx="10515600" cy="782357"/>
          </a:xfrm>
          <a:prstGeom prst="rect">
            <a:avLst/>
          </a:prstGeom>
          <a:noFill/>
          <a:ln>
            <a:noFill/>
          </a:ln>
        </p:spPr>
        <p:txBody>
          <a:bodyPr spcFirstLastPara="1" wrap="square" lIns="91425" tIns="45700" rIns="91425" bIns="0" anchor="t" anchorCtr="0">
            <a:noAutofit/>
          </a:bodyPr>
          <a:lstStyle>
            <a:lvl1pPr lvl="0" algn="l">
              <a:lnSpc>
                <a:spcPct val="90000"/>
              </a:lnSpc>
              <a:spcBef>
                <a:spcPts val="0"/>
              </a:spcBef>
              <a:spcAft>
                <a:spcPts val="0"/>
              </a:spcAft>
              <a:buClr>
                <a:schemeClr val="dk2"/>
              </a:buClr>
              <a:buSzPts val="1800"/>
              <a:buNone/>
              <a:defRPr>
                <a:solidFill>
                  <a:srgbClr val="2644A7"/>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cxnSp>
        <p:nvCxnSpPr>
          <p:cNvPr id="177" name="Google Shape;177;p41"/>
          <p:cNvCxnSpPr>
            <a:cxnSpLocks/>
          </p:cNvCxnSpPr>
          <p:nvPr/>
        </p:nvCxnSpPr>
        <p:spPr>
          <a:xfrm>
            <a:off x="0" y="1552418"/>
            <a:ext cx="970722" cy="0"/>
          </a:xfrm>
          <a:prstGeom prst="straightConnector1">
            <a:avLst/>
          </a:prstGeom>
          <a:noFill/>
          <a:ln w="76200" cap="flat" cmpd="sng">
            <a:solidFill>
              <a:schemeClr val="accent5"/>
            </a:solidFill>
            <a:prstDash val="solid"/>
            <a:miter lim="800000"/>
            <a:headEnd type="none" w="sm" len="sm"/>
            <a:tailEnd type="none" w="sm" len="sm"/>
          </a:ln>
        </p:spPr>
      </p:cxnSp>
      <p:sp>
        <p:nvSpPr>
          <p:cNvPr id="3" name="Google Shape;10;p21">
            <a:extLst>
              <a:ext uri="{FF2B5EF4-FFF2-40B4-BE49-F238E27FC236}">
                <a16:creationId xmlns:a16="http://schemas.microsoft.com/office/drawing/2014/main" id="{C87DACA3-4A62-7EF9-9155-5CC0EBE6EC54}"/>
              </a:ext>
            </a:extLst>
          </p:cNvPr>
          <p:cNvSpPr txBox="1">
            <a:spLocks noGrp="1"/>
          </p:cNvSpPr>
          <p:nvPr>
            <p:ph type="sldNum" idx="12"/>
          </p:nvPr>
        </p:nvSpPr>
        <p:spPr>
          <a:xfrm>
            <a:off x="4724400" y="6437331"/>
            <a:ext cx="27432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rgbClr val="767676"/>
                </a:solidFill>
                <a:latin typeface="Arial"/>
                <a:ea typeface="Arial"/>
                <a:cs typeface="Arial"/>
                <a:sym typeface="Arial"/>
              </a:defRPr>
            </a:lvl1pPr>
            <a:lvl2pPr marL="0" marR="0" lvl="1" indent="0" algn="l" rtl="0">
              <a:spcBef>
                <a:spcPts val="0"/>
              </a:spcBef>
              <a:buNone/>
              <a:defRPr sz="1200" b="0" i="0" u="none" strike="noStrike" cap="none">
                <a:solidFill>
                  <a:srgbClr val="767676"/>
                </a:solidFill>
                <a:latin typeface="Arial"/>
                <a:ea typeface="Arial"/>
                <a:cs typeface="Arial"/>
                <a:sym typeface="Arial"/>
              </a:defRPr>
            </a:lvl2pPr>
            <a:lvl3pPr marL="0" marR="0" lvl="2" indent="0" algn="l" rtl="0">
              <a:spcBef>
                <a:spcPts val="0"/>
              </a:spcBef>
              <a:buNone/>
              <a:defRPr sz="1200" b="0" i="0" u="none" strike="noStrike" cap="none">
                <a:solidFill>
                  <a:srgbClr val="767676"/>
                </a:solidFill>
                <a:latin typeface="Arial"/>
                <a:ea typeface="Arial"/>
                <a:cs typeface="Arial"/>
                <a:sym typeface="Arial"/>
              </a:defRPr>
            </a:lvl3pPr>
            <a:lvl4pPr marL="0" marR="0" lvl="3" indent="0" algn="l" rtl="0">
              <a:spcBef>
                <a:spcPts val="0"/>
              </a:spcBef>
              <a:buNone/>
              <a:defRPr sz="1200" b="0" i="0" u="none" strike="noStrike" cap="none">
                <a:solidFill>
                  <a:srgbClr val="767676"/>
                </a:solidFill>
                <a:latin typeface="Arial"/>
                <a:ea typeface="Arial"/>
                <a:cs typeface="Arial"/>
                <a:sym typeface="Arial"/>
              </a:defRPr>
            </a:lvl4pPr>
            <a:lvl5pPr marL="0" marR="0" lvl="4" indent="0" algn="l" rtl="0">
              <a:spcBef>
                <a:spcPts val="0"/>
              </a:spcBef>
              <a:buNone/>
              <a:defRPr sz="1200" b="0" i="0" u="none" strike="noStrike" cap="none">
                <a:solidFill>
                  <a:srgbClr val="767676"/>
                </a:solidFill>
                <a:latin typeface="Arial"/>
                <a:ea typeface="Arial"/>
                <a:cs typeface="Arial"/>
                <a:sym typeface="Arial"/>
              </a:defRPr>
            </a:lvl5pPr>
            <a:lvl6pPr marL="0" marR="0" lvl="5" indent="0" algn="l" rtl="0">
              <a:spcBef>
                <a:spcPts val="0"/>
              </a:spcBef>
              <a:buNone/>
              <a:defRPr sz="1200" b="0" i="0" u="none" strike="noStrike" cap="none">
                <a:solidFill>
                  <a:srgbClr val="767676"/>
                </a:solidFill>
                <a:latin typeface="Arial"/>
                <a:ea typeface="Arial"/>
                <a:cs typeface="Arial"/>
                <a:sym typeface="Arial"/>
              </a:defRPr>
            </a:lvl6pPr>
            <a:lvl7pPr marL="0" marR="0" lvl="6" indent="0" algn="l" rtl="0">
              <a:spcBef>
                <a:spcPts val="0"/>
              </a:spcBef>
              <a:buNone/>
              <a:defRPr sz="1200" b="0" i="0" u="none" strike="noStrike" cap="none">
                <a:solidFill>
                  <a:srgbClr val="767676"/>
                </a:solidFill>
                <a:latin typeface="Arial"/>
                <a:ea typeface="Arial"/>
                <a:cs typeface="Arial"/>
                <a:sym typeface="Arial"/>
              </a:defRPr>
            </a:lvl7pPr>
            <a:lvl8pPr marL="0" marR="0" lvl="7" indent="0" algn="l" rtl="0">
              <a:spcBef>
                <a:spcPts val="0"/>
              </a:spcBef>
              <a:buNone/>
              <a:defRPr sz="1200" b="0" i="0" u="none" strike="noStrike" cap="none">
                <a:solidFill>
                  <a:srgbClr val="767676"/>
                </a:solidFill>
                <a:latin typeface="Arial"/>
                <a:ea typeface="Arial"/>
                <a:cs typeface="Arial"/>
                <a:sym typeface="Arial"/>
              </a:defRPr>
            </a:lvl8pPr>
            <a:lvl9pPr marL="0" marR="0" lvl="8" indent="0" algn="l" rtl="0">
              <a:spcBef>
                <a:spcPts val="0"/>
              </a:spcBef>
              <a:buNone/>
              <a:defRPr sz="1200" b="0" i="0" u="none" strike="noStrike" cap="none">
                <a:solidFill>
                  <a:srgbClr val="767676"/>
                </a:solidFill>
                <a:latin typeface="Arial"/>
                <a:ea typeface="Arial"/>
                <a:cs typeface="Arial"/>
                <a:sym typeface="Arial"/>
              </a:defRPr>
            </a:lvl9pPr>
          </a:lstStyle>
          <a:p>
            <a:fld id="{00000000-1234-1234-1234-123412341234}" type="slidenum">
              <a:rPr lang="en-GB" smtClean="0"/>
              <a:pPr/>
              <a:t>‹N°›</a:t>
            </a:fld>
            <a:endParaRPr lang="en-GB"/>
          </a:p>
        </p:txBody>
      </p:sp>
      <p:pic>
        <p:nvPicPr>
          <p:cNvPr id="5" name="Picture 4">
            <a:extLst>
              <a:ext uri="{FF2B5EF4-FFF2-40B4-BE49-F238E27FC236}">
                <a16:creationId xmlns:a16="http://schemas.microsoft.com/office/drawing/2014/main" id="{1F3BA733-25B6-C4BB-1150-48850654F2C6}"/>
              </a:ext>
            </a:extLst>
          </p:cNvPr>
          <p:cNvPicPr>
            <a:picLocks noChangeAspect="1"/>
          </p:cNvPicPr>
          <p:nvPr userDrawn="1"/>
        </p:nvPicPr>
        <p:blipFill>
          <a:blip r:embed="rId2"/>
          <a:srcRect/>
          <a:stretch/>
        </p:blipFill>
        <p:spPr>
          <a:xfrm>
            <a:off x="424731" y="6499013"/>
            <a:ext cx="1332000" cy="181429"/>
          </a:xfrm>
          <a:prstGeom prst="rect">
            <a:avLst/>
          </a:prstGeom>
        </p:spPr>
      </p:pic>
      <p:pic>
        <p:nvPicPr>
          <p:cNvPr id="6" name="Picture 5">
            <a:extLst>
              <a:ext uri="{FF2B5EF4-FFF2-40B4-BE49-F238E27FC236}">
                <a16:creationId xmlns:a16="http://schemas.microsoft.com/office/drawing/2014/main" id="{3BD3E27D-21BB-B8BD-0101-611C3D7A991F}"/>
              </a:ext>
            </a:extLst>
          </p:cNvPr>
          <p:cNvPicPr>
            <a:picLocks noChangeAspect="1"/>
          </p:cNvPicPr>
          <p:nvPr userDrawn="1"/>
        </p:nvPicPr>
        <p:blipFill>
          <a:blip r:embed="rId3"/>
          <a:srcRect/>
          <a:stretch/>
        </p:blipFill>
        <p:spPr>
          <a:xfrm>
            <a:off x="10326539" y="5728720"/>
            <a:ext cx="1865461" cy="1130560"/>
          </a:xfrm>
          <a:prstGeom prst="rect">
            <a:avLst/>
          </a:prstGeom>
        </p:spPr>
      </p:pic>
      <p:sp>
        <p:nvSpPr>
          <p:cNvPr id="4" name="Content Placeholder 3">
            <a:extLst>
              <a:ext uri="{FF2B5EF4-FFF2-40B4-BE49-F238E27FC236}">
                <a16:creationId xmlns:a16="http://schemas.microsoft.com/office/drawing/2014/main" id="{B938CD64-6B9A-81A2-BDB2-55DA96C9E7A9}"/>
              </a:ext>
            </a:extLst>
          </p:cNvPr>
          <p:cNvSpPr>
            <a:spLocks noGrp="1"/>
          </p:cNvSpPr>
          <p:nvPr>
            <p:ph sz="half" idx="2"/>
          </p:nvPr>
        </p:nvSpPr>
        <p:spPr>
          <a:xfrm>
            <a:off x="970722" y="1024934"/>
            <a:ext cx="10515597" cy="5245233"/>
          </a:xfrm>
        </p:spPr>
        <p:txBody>
          <a:bodyPr wrap="square">
            <a:noAutofit/>
          </a:bodyPr>
          <a:lstStyle>
            <a:lvl1pPr marL="342000" indent="-342000">
              <a:lnSpc>
                <a:spcPct val="90000"/>
              </a:lnSpc>
              <a:spcAft>
                <a:spcPts val="1000"/>
              </a:spcAft>
              <a:defRPr sz="2000">
                <a:solidFill>
                  <a:srgbClr val="101010"/>
                </a:solidFill>
              </a:defRPr>
            </a:lvl1pPr>
            <a:lvl2pPr marL="684000" indent="-342000">
              <a:spcBef>
                <a:spcPts val="0"/>
              </a:spcBef>
              <a:spcAft>
                <a:spcPts val="800"/>
              </a:spcAft>
              <a:defRPr sz="1800">
                <a:solidFill>
                  <a:srgbClr val="101010"/>
                </a:solidFill>
              </a:defRPr>
            </a:lvl2pPr>
            <a:lvl3pPr marL="972000">
              <a:lnSpc>
                <a:spcPct val="90000"/>
              </a:lnSpc>
              <a:spcBef>
                <a:spcPts val="0"/>
              </a:spcBef>
              <a:spcAft>
                <a:spcPts val="1000"/>
              </a:spcAft>
              <a:defRPr sz="1600">
                <a:solidFill>
                  <a:srgbClr val="101010"/>
                </a:solidFill>
              </a:defRPr>
            </a:lvl3pPr>
            <a:lvl4pPr marL="1296000" indent="-342000">
              <a:lnSpc>
                <a:spcPct val="90000"/>
              </a:lnSpc>
              <a:spcBef>
                <a:spcPts val="0"/>
              </a:spcBef>
              <a:spcAft>
                <a:spcPts val="1000"/>
              </a:spcAft>
              <a:defRPr sz="1400">
                <a:solidFill>
                  <a:srgbClr val="101010"/>
                </a:solidFill>
              </a:defRPr>
            </a:lvl4pPr>
            <a:lvl5pPr marL="1620000" indent="-342000">
              <a:lnSpc>
                <a:spcPct val="90000"/>
              </a:lnSpc>
              <a:spcBef>
                <a:spcPts val="0"/>
              </a:spcBef>
              <a:spcAft>
                <a:spcPts val="1000"/>
              </a:spcAft>
              <a:defRPr sz="1200">
                <a:solidFill>
                  <a:srgbClr val="10101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333503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and Object" preserve="1" userDrawn="1">
  <p:cSld name="Content and Object 2">
    <p:spTree>
      <p:nvGrpSpPr>
        <p:cNvPr id="1" name="Shape 172"/>
        <p:cNvGrpSpPr/>
        <p:nvPr/>
      </p:nvGrpSpPr>
      <p:grpSpPr>
        <a:xfrm>
          <a:off x="0" y="0"/>
          <a:ext cx="0" cy="0"/>
          <a:chOff x="0" y="0"/>
          <a:chExt cx="0" cy="0"/>
        </a:xfrm>
      </p:grpSpPr>
      <p:sp>
        <p:nvSpPr>
          <p:cNvPr id="174" name="Google Shape;174;p41"/>
          <p:cNvSpPr txBox="1">
            <a:spLocks noGrp="1"/>
          </p:cNvSpPr>
          <p:nvPr>
            <p:ph type="title"/>
          </p:nvPr>
        </p:nvSpPr>
        <p:spPr>
          <a:xfrm>
            <a:off x="970722" y="413590"/>
            <a:ext cx="10515600" cy="782357"/>
          </a:xfrm>
          <a:prstGeom prst="rect">
            <a:avLst/>
          </a:prstGeom>
          <a:noFill/>
          <a:ln>
            <a:noFill/>
          </a:ln>
        </p:spPr>
        <p:txBody>
          <a:bodyPr spcFirstLastPara="1" wrap="square" lIns="91425" tIns="45700" rIns="91425" bIns="0" anchor="t" anchorCtr="0">
            <a:noAutofit/>
          </a:bodyPr>
          <a:lstStyle>
            <a:lvl1pPr lvl="0" algn="l">
              <a:lnSpc>
                <a:spcPct val="90000"/>
              </a:lnSpc>
              <a:spcBef>
                <a:spcPts val="0"/>
              </a:spcBef>
              <a:spcAft>
                <a:spcPts val="0"/>
              </a:spcAft>
              <a:buClr>
                <a:schemeClr val="dk2"/>
              </a:buClr>
              <a:buSzPts val="1800"/>
              <a:buNone/>
              <a:defRPr>
                <a:solidFill>
                  <a:srgbClr val="2644A7"/>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cxnSp>
        <p:nvCxnSpPr>
          <p:cNvPr id="177" name="Google Shape;177;p41"/>
          <p:cNvCxnSpPr>
            <a:cxnSpLocks/>
          </p:cNvCxnSpPr>
          <p:nvPr/>
        </p:nvCxnSpPr>
        <p:spPr>
          <a:xfrm>
            <a:off x="0" y="1552418"/>
            <a:ext cx="970722" cy="0"/>
          </a:xfrm>
          <a:prstGeom prst="straightConnector1">
            <a:avLst/>
          </a:prstGeom>
          <a:noFill/>
          <a:ln w="76200" cap="flat" cmpd="sng">
            <a:solidFill>
              <a:schemeClr val="accent5"/>
            </a:solidFill>
            <a:prstDash val="solid"/>
            <a:miter lim="800000"/>
            <a:headEnd type="none" w="sm" len="sm"/>
            <a:tailEnd type="none" w="sm" len="sm"/>
          </a:ln>
        </p:spPr>
      </p:cxnSp>
      <p:sp>
        <p:nvSpPr>
          <p:cNvPr id="3" name="Google Shape;10;p21">
            <a:extLst>
              <a:ext uri="{FF2B5EF4-FFF2-40B4-BE49-F238E27FC236}">
                <a16:creationId xmlns:a16="http://schemas.microsoft.com/office/drawing/2014/main" id="{C87DACA3-4A62-7EF9-9155-5CC0EBE6EC54}"/>
              </a:ext>
            </a:extLst>
          </p:cNvPr>
          <p:cNvSpPr txBox="1">
            <a:spLocks noGrp="1"/>
          </p:cNvSpPr>
          <p:nvPr>
            <p:ph type="sldNum" idx="12"/>
          </p:nvPr>
        </p:nvSpPr>
        <p:spPr>
          <a:xfrm>
            <a:off x="4724400" y="6437331"/>
            <a:ext cx="27432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rgbClr val="767676"/>
                </a:solidFill>
                <a:latin typeface="Arial"/>
                <a:ea typeface="Arial"/>
                <a:cs typeface="Arial"/>
                <a:sym typeface="Arial"/>
              </a:defRPr>
            </a:lvl1pPr>
            <a:lvl2pPr marL="0" marR="0" lvl="1" indent="0" algn="l" rtl="0">
              <a:spcBef>
                <a:spcPts val="0"/>
              </a:spcBef>
              <a:buNone/>
              <a:defRPr sz="1200" b="0" i="0" u="none" strike="noStrike" cap="none">
                <a:solidFill>
                  <a:srgbClr val="767676"/>
                </a:solidFill>
                <a:latin typeface="Arial"/>
                <a:ea typeface="Arial"/>
                <a:cs typeface="Arial"/>
                <a:sym typeface="Arial"/>
              </a:defRPr>
            </a:lvl2pPr>
            <a:lvl3pPr marL="0" marR="0" lvl="2" indent="0" algn="l" rtl="0">
              <a:spcBef>
                <a:spcPts val="0"/>
              </a:spcBef>
              <a:buNone/>
              <a:defRPr sz="1200" b="0" i="0" u="none" strike="noStrike" cap="none">
                <a:solidFill>
                  <a:srgbClr val="767676"/>
                </a:solidFill>
                <a:latin typeface="Arial"/>
                <a:ea typeface="Arial"/>
                <a:cs typeface="Arial"/>
                <a:sym typeface="Arial"/>
              </a:defRPr>
            </a:lvl3pPr>
            <a:lvl4pPr marL="0" marR="0" lvl="3" indent="0" algn="l" rtl="0">
              <a:spcBef>
                <a:spcPts val="0"/>
              </a:spcBef>
              <a:buNone/>
              <a:defRPr sz="1200" b="0" i="0" u="none" strike="noStrike" cap="none">
                <a:solidFill>
                  <a:srgbClr val="767676"/>
                </a:solidFill>
                <a:latin typeface="Arial"/>
                <a:ea typeface="Arial"/>
                <a:cs typeface="Arial"/>
                <a:sym typeface="Arial"/>
              </a:defRPr>
            </a:lvl4pPr>
            <a:lvl5pPr marL="0" marR="0" lvl="4" indent="0" algn="l" rtl="0">
              <a:spcBef>
                <a:spcPts val="0"/>
              </a:spcBef>
              <a:buNone/>
              <a:defRPr sz="1200" b="0" i="0" u="none" strike="noStrike" cap="none">
                <a:solidFill>
                  <a:srgbClr val="767676"/>
                </a:solidFill>
                <a:latin typeface="Arial"/>
                <a:ea typeface="Arial"/>
                <a:cs typeface="Arial"/>
                <a:sym typeface="Arial"/>
              </a:defRPr>
            </a:lvl5pPr>
            <a:lvl6pPr marL="0" marR="0" lvl="5" indent="0" algn="l" rtl="0">
              <a:spcBef>
                <a:spcPts val="0"/>
              </a:spcBef>
              <a:buNone/>
              <a:defRPr sz="1200" b="0" i="0" u="none" strike="noStrike" cap="none">
                <a:solidFill>
                  <a:srgbClr val="767676"/>
                </a:solidFill>
                <a:latin typeface="Arial"/>
                <a:ea typeface="Arial"/>
                <a:cs typeface="Arial"/>
                <a:sym typeface="Arial"/>
              </a:defRPr>
            </a:lvl6pPr>
            <a:lvl7pPr marL="0" marR="0" lvl="6" indent="0" algn="l" rtl="0">
              <a:spcBef>
                <a:spcPts val="0"/>
              </a:spcBef>
              <a:buNone/>
              <a:defRPr sz="1200" b="0" i="0" u="none" strike="noStrike" cap="none">
                <a:solidFill>
                  <a:srgbClr val="767676"/>
                </a:solidFill>
                <a:latin typeface="Arial"/>
                <a:ea typeface="Arial"/>
                <a:cs typeface="Arial"/>
                <a:sym typeface="Arial"/>
              </a:defRPr>
            </a:lvl7pPr>
            <a:lvl8pPr marL="0" marR="0" lvl="7" indent="0" algn="l" rtl="0">
              <a:spcBef>
                <a:spcPts val="0"/>
              </a:spcBef>
              <a:buNone/>
              <a:defRPr sz="1200" b="0" i="0" u="none" strike="noStrike" cap="none">
                <a:solidFill>
                  <a:srgbClr val="767676"/>
                </a:solidFill>
                <a:latin typeface="Arial"/>
                <a:ea typeface="Arial"/>
                <a:cs typeface="Arial"/>
                <a:sym typeface="Arial"/>
              </a:defRPr>
            </a:lvl8pPr>
            <a:lvl9pPr marL="0" marR="0" lvl="8" indent="0" algn="l" rtl="0">
              <a:spcBef>
                <a:spcPts val="0"/>
              </a:spcBef>
              <a:buNone/>
              <a:defRPr sz="1200" b="0" i="0" u="none" strike="noStrike" cap="none">
                <a:solidFill>
                  <a:srgbClr val="767676"/>
                </a:solidFill>
                <a:latin typeface="Arial"/>
                <a:ea typeface="Arial"/>
                <a:cs typeface="Arial"/>
                <a:sym typeface="Arial"/>
              </a:defRPr>
            </a:lvl9pPr>
          </a:lstStyle>
          <a:p>
            <a:fld id="{00000000-1234-1234-1234-123412341234}" type="slidenum">
              <a:rPr lang="en-GB" smtClean="0"/>
              <a:pPr/>
              <a:t>‹N°›</a:t>
            </a:fld>
            <a:endParaRPr lang="en-GB"/>
          </a:p>
        </p:txBody>
      </p:sp>
      <p:pic>
        <p:nvPicPr>
          <p:cNvPr id="6" name="Picture 5">
            <a:extLst>
              <a:ext uri="{FF2B5EF4-FFF2-40B4-BE49-F238E27FC236}">
                <a16:creationId xmlns:a16="http://schemas.microsoft.com/office/drawing/2014/main" id="{B0491114-E7C3-4716-7109-6FDE72E853DE}"/>
              </a:ext>
            </a:extLst>
          </p:cNvPr>
          <p:cNvPicPr>
            <a:picLocks noChangeAspect="1"/>
          </p:cNvPicPr>
          <p:nvPr userDrawn="1"/>
        </p:nvPicPr>
        <p:blipFill>
          <a:blip r:embed="rId2"/>
          <a:srcRect/>
          <a:stretch/>
        </p:blipFill>
        <p:spPr>
          <a:xfrm>
            <a:off x="424731" y="6499013"/>
            <a:ext cx="1332000" cy="181429"/>
          </a:xfrm>
          <a:prstGeom prst="rect">
            <a:avLst/>
          </a:prstGeom>
        </p:spPr>
      </p:pic>
      <p:pic>
        <p:nvPicPr>
          <p:cNvPr id="7" name="Picture 6">
            <a:extLst>
              <a:ext uri="{FF2B5EF4-FFF2-40B4-BE49-F238E27FC236}">
                <a16:creationId xmlns:a16="http://schemas.microsoft.com/office/drawing/2014/main" id="{95C1ABAA-9559-8C24-1A56-0668CC664359}"/>
              </a:ext>
            </a:extLst>
          </p:cNvPr>
          <p:cNvPicPr>
            <a:picLocks noChangeAspect="1"/>
          </p:cNvPicPr>
          <p:nvPr userDrawn="1"/>
        </p:nvPicPr>
        <p:blipFill>
          <a:blip r:embed="rId3"/>
          <a:srcRect/>
          <a:stretch/>
        </p:blipFill>
        <p:spPr>
          <a:xfrm>
            <a:off x="10326539" y="5728720"/>
            <a:ext cx="1865461" cy="1130560"/>
          </a:xfrm>
          <a:prstGeom prst="rect">
            <a:avLst/>
          </a:prstGeom>
        </p:spPr>
      </p:pic>
      <p:sp>
        <p:nvSpPr>
          <p:cNvPr id="8" name="Content Placeholder 3">
            <a:extLst>
              <a:ext uri="{FF2B5EF4-FFF2-40B4-BE49-F238E27FC236}">
                <a16:creationId xmlns:a16="http://schemas.microsoft.com/office/drawing/2014/main" id="{EBC1E451-4262-316A-7418-6EF16E04908E}"/>
              </a:ext>
            </a:extLst>
          </p:cNvPr>
          <p:cNvSpPr>
            <a:spLocks noGrp="1"/>
          </p:cNvSpPr>
          <p:nvPr>
            <p:ph sz="half" idx="2"/>
          </p:nvPr>
        </p:nvSpPr>
        <p:spPr>
          <a:xfrm>
            <a:off x="970723" y="1910188"/>
            <a:ext cx="5327092" cy="4240591"/>
          </a:xfrm>
        </p:spPr>
        <p:txBody>
          <a:bodyPr wrap="square">
            <a:noAutofit/>
          </a:bodyPr>
          <a:lstStyle>
            <a:lvl1pPr marL="342000" indent="-342000">
              <a:lnSpc>
                <a:spcPct val="90000"/>
              </a:lnSpc>
              <a:spcAft>
                <a:spcPts val="1000"/>
              </a:spcAft>
              <a:defRPr sz="2000">
                <a:solidFill>
                  <a:srgbClr val="101010"/>
                </a:solidFill>
              </a:defRPr>
            </a:lvl1pPr>
            <a:lvl2pPr marL="684000" indent="-342000">
              <a:spcBef>
                <a:spcPts val="0"/>
              </a:spcBef>
              <a:spcAft>
                <a:spcPts val="800"/>
              </a:spcAft>
              <a:defRPr sz="1800">
                <a:solidFill>
                  <a:srgbClr val="101010"/>
                </a:solidFill>
              </a:defRPr>
            </a:lvl2pPr>
            <a:lvl3pPr marL="972000">
              <a:lnSpc>
                <a:spcPct val="90000"/>
              </a:lnSpc>
              <a:spcBef>
                <a:spcPts val="0"/>
              </a:spcBef>
              <a:spcAft>
                <a:spcPts val="1000"/>
              </a:spcAft>
              <a:defRPr sz="1600">
                <a:solidFill>
                  <a:srgbClr val="101010"/>
                </a:solidFill>
              </a:defRPr>
            </a:lvl3pPr>
            <a:lvl4pPr marL="1296000" indent="-342000">
              <a:lnSpc>
                <a:spcPct val="90000"/>
              </a:lnSpc>
              <a:spcBef>
                <a:spcPts val="0"/>
              </a:spcBef>
              <a:spcAft>
                <a:spcPts val="1000"/>
              </a:spcAft>
              <a:defRPr sz="1400">
                <a:solidFill>
                  <a:srgbClr val="101010"/>
                </a:solidFill>
              </a:defRPr>
            </a:lvl4pPr>
            <a:lvl5pPr marL="1620000" indent="-342000">
              <a:lnSpc>
                <a:spcPct val="90000"/>
              </a:lnSpc>
              <a:spcBef>
                <a:spcPts val="0"/>
              </a:spcBef>
              <a:spcAft>
                <a:spcPts val="1000"/>
              </a:spcAft>
              <a:defRPr sz="1200">
                <a:solidFill>
                  <a:srgbClr val="10101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Content Placeholder 3">
            <a:extLst>
              <a:ext uri="{FF2B5EF4-FFF2-40B4-BE49-F238E27FC236}">
                <a16:creationId xmlns:a16="http://schemas.microsoft.com/office/drawing/2014/main" id="{A0B9F341-14FC-51F5-105A-E4BFB54BFEDD}"/>
              </a:ext>
            </a:extLst>
          </p:cNvPr>
          <p:cNvSpPr>
            <a:spLocks noGrp="1"/>
          </p:cNvSpPr>
          <p:nvPr>
            <p:ph sz="half" idx="16"/>
          </p:nvPr>
        </p:nvSpPr>
        <p:spPr>
          <a:xfrm>
            <a:off x="6533867" y="1910188"/>
            <a:ext cx="5327092" cy="4240591"/>
          </a:xfrm>
        </p:spPr>
        <p:txBody>
          <a:bodyPr wrap="square">
            <a:noAutofit/>
          </a:bodyPr>
          <a:lstStyle>
            <a:lvl1pPr marL="342000" indent="-342000">
              <a:lnSpc>
                <a:spcPct val="90000"/>
              </a:lnSpc>
              <a:spcAft>
                <a:spcPts val="1000"/>
              </a:spcAft>
              <a:defRPr sz="2000">
                <a:solidFill>
                  <a:srgbClr val="101010"/>
                </a:solidFill>
              </a:defRPr>
            </a:lvl1pPr>
            <a:lvl2pPr marL="684000" indent="-342000">
              <a:spcBef>
                <a:spcPts val="0"/>
              </a:spcBef>
              <a:spcAft>
                <a:spcPts val="800"/>
              </a:spcAft>
              <a:defRPr sz="1800">
                <a:solidFill>
                  <a:srgbClr val="101010"/>
                </a:solidFill>
              </a:defRPr>
            </a:lvl2pPr>
            <a:lvl3pPr marL="972000">
              <a:lnSpc>
                <a:spcPct val="90000"/>
              </a:lnSpc>
              <a:spcBef>
                <a:spcPts val="0"/>
              </a:spcBef>
              <a:spcAft>
                <a:spcPts val="1000"/>
              </a:spcAft>
              <a:defRPr sz="1600">
                <a:solidFill>
                  <a:srgbClr val="101010"/>
                </a:solidFill>
              </a:defRPr>
            </a:lvl3pPr>
            <a:lvl4pPr marL="1296000" indent="-342000">
              <a:lnSpc>
                <a:spcPct val="90000"/>
              </a:lnSpc>
              <a:spcBef>
                <a:spcPts val="0"/>
              </a:spcBef>
              <a:spcAft>
                <a:spcPts val="1000"/>
              </a:spcAft>
              <a:defRPr sz="1400">
                <a:solidFill>
                  <a:srgbClr val="101010"/>
                </a:solidFill>
              </a:defRPr>
            </a:lvl4pPr>
            <a:lvl5pPr marL="1620000" indent="-342000">
              <a:lnSpc>
                <a:spcPct val="90000"/>
              </a:lnSpc>
              <a:spcBef>
                <a:spcPts val="0"/>
              </a:spcBef>
              <a:spcAft>
                <a:spcPts val="1000"/>
              </a:spcAft>
              <a:defRPr sz="1200">
                <a:solidFill>
                  <a:srgbClr val="10101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928248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and Object" preserve="1" userDrawn="1">
  <p:cSld name="Content and Object 3">
    <p:spTree>
      <p:nvGrpSpPr>
        <p:cNvPr id="1" name="Shape 172"/>
        <p:cNvGrpSpPr/>
        <p:nvPr/>
      </p:nvGrpSpPr>
      <p:grpSpPr>
        <a:xfrm>
          <a:off x="0" y="0"/>
          <a:ext cx="0" cy="0"/>
          <a:chOff x="0" y="0"/>
          <a:chExt cx="0" cy="0"/>
        </a:xfrm>
      </p:grpSpPr>
      <p:sp>
        <p:nvSpPr>
          <p:cNvPr id="174" name="Google Shape;174;p41"/>
          <p:cNvSpPr txBox="1">
            <a:spLocks noGrp="1"/>
          </p:cNvSpPr>
          <p:nvPr>
            <p:ph type="title"/>
          </p:nvPr>
        </p:nvSpPr>
        <p:spPr>
          <a:xfrm>
            <a:off x="970722" y="413590"/>
            <a:ext cx="10515600" cy="782357"/>
          </a:xfrm>
          <a:prstGeom prst="rect">
            <a:avLst/>
          </a:prstGeom>
          <a:noFill/>
          <a:ln>
            <a:noFill/>
          </a:ln>
        </p:spPr>
        <p:txBody>
          <a:bodyPr spcFirstLastPara="1" wrap="square" lIns="91425" tIns="45700" rIns="91425" bIns="0" anchor="t" anchorCtr="0">
            <a:noAutofit/>
          </a:bodyPr>
          <a:lstStyle>
            <a:lvl1pPr lvl="0" algn="l">
              <a:lnSpc>
                <a:spcPct val="90000"/>
              </a:lnSpc>
              <a:spcBef>
                <a:spcPts val="0"/>
              </a:spcBef>
              <a:spcAft>
                <a:spcPts val="0"/>
              </a:spcAft>
              <a:buClr>
                <a:schemeClr val="dk2"/>
              </a:buClr>
              <a:buSzPts val="1800"/>
              <a:buNone/>
              <a:defRPr>
                <a:solidFill>
                  <a:srgbClr val="2644A7"/>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cxnSp>
        <p:nvCxnSpPr>
          <p:cNvPr id="177" name="Google Shape;177;p41"/>
          <p:cNvCxnSpPr>
            <a:cxnSpLocks/>
          </p:cNvCxnSpPr>
          <p:nvPr/>
        </p:nvCxnSpPr>
        <p:spPr>
          <a:xfrm>
            <a:off x="0" y="1552418"/>
            <a:ext cx="970722" cy="0"/>
          </a:xfrm>
          <a:prstGeom prst="straightConnector1">
            <a:avLst/>
          </a:prstGeom>
          <a:noFill/>
          <a:ln w="76200" cap="flat" cmpd="sng">
            <a:solidFill>
              <a:schemeClr val="accent5"/>
            </a:solidFill>
            <a:prstDash val="solid"/>
            <a:miter lim="800000"/>
            <a:headEnd type="none" w="sm" len="sm"/>
            <a:tailEnd type="none" w="sm" len="sm"/>
          </a:ln>
        </p:spPr>
      </p:cxnSp>
      <p:sp>
        <p:nvSpPr>
          <p:cNvPr id="3" name="Google Shape;10;p21">
            <a:extLst>
              <a:ext uri="{FF2B5EF4-FFF2-40B4-BE49-F238E27FC236}">
                <a16:creationId xmlns:a16="http://schemas.microsoft.com/office/drawing/2014/main" id="{C87DACA3-4A62-7EF9-9155-5CC0EBE6EC54}"/>
              </a:ext>
            </a:extLst>
          </p:cNvPr>
          <p:cNvSpPr txBox="1">
            <a:spLocks noGrp="1"/>
          </p:cNvSpPr>
          <p:nvPr>
            <p:ph type="sldNum" idx="12"/>
          </p:nvPr>
        </p:nvSpPr>
        <p:spPr>
          <a:xfrm>
            <a:off x="4724400" y="6437331"/>
            <a:ext cx="27432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rgbClr val="767676"/>
                </a:solidFill>
                <a:latin typeface="Arial"/>
                <a:ea typeface="Arial"/>
                <a:cs typeface="Arial"/>
                <a:sym typeface="Arial"/>
              </a:defRPr>
            </a:lvl1pPr>
            <a:lvl2pPr marL="0" marR="0" lvl="1" indent="0" algn="l" rtl="0">
              <a:spcBef>
                <a:spcPts val="0"/>
              </a:spcBef>
              <a:buNone/>
              <a:defRPr sz="1200" b="0" i="0" u="none" strike="noStrike" cap="none">
                <a:solidFill>
                  <a:srgbClr val="767676"/>
                </a:solidFill>
                <a:latin typeface="Arial"/>
                <a:ea typeface="Arial"/>
                <a:cs typeface="Arial"/>
                <a:sym typeface="Arial"/>
              </a:defRPr>
            </a:lvl2pPr>
            <a:lvl3pPr marL="0" marR="0" lvl="2" indent="0" algn="l" rtl="0">
              <a:spcBef>
                <a:spcPts val="0"/>
              </a:spcBef>
              <a:buNone/>
              <a:defRPr sz="1200" b="0" i="0" u="none" strike="noStrike" cap="none">
                <a:solidFill>
                  <a:srgbClr val="767676"/>
                </a:solidFill>
                <a:latin typeface="Arial"/>
                <a:ea typeface="Arial"/>
                <a:cs typeface="Arial"/>
                <a:sym typeface="Arial"/>
              </a:defRPr>
            </a:lvl3pPr>
            <a:lvl4pPr marL="0" marR="0" lvl="3" indent="0" algn="l" rtl="0">
              <a:spcBef>
                <a:spcPts val="0"/>
              </a:spcBef>
              <a:buNone/>
              <a:defRPr sz="1200" b="0" i="0" u="none" strike="noStrike" cap="none">
                <a:solidFill>
                  <a:srgbClr val="767676"/>
                </a:solidFill>
                <a:latin typeface="Arial"/>
                <a:ea typeface="Arial"/>
                <a:cs typeface="Arial"/>
                <a:sym typeface="Arial"/>
              </a:defRPr>
            </a:lvl4pPr>
            <a:lvl5pPr marL="0" marR="0" lvl="4" indent="0" algn="l" rtl="0">
              <a:spcBef>
                <a:spcPts val="0"/>
              </a:spcBef>
              <a:buNone/>
              <a:defRPr sz="1200" b="0" i="0" u="none" strike="noStrike" cap="none">
                <a:solidFill>
                  <a:srgbClr val="767676"/>
                </a:solidFill>
                <a:latin typeface="Arial"/>
                <a:ea typeface="Arial"/>
                <a:cs typeface="Arial"/>
                <a:sym typeface="Arial"/>
              </a:defRPr>
            </a:lvl5pPr>
            <a:lvl6pPr marL="0" marR="0" lvl="5" indent="0" algn="l" rtl="0">
              <a:spcBef>
                <a:spcPts val="0"/>
              </a:spcBef>
              <a:buNone/>
              <a:defRPr sz="1200" b="0" i="0" u="none" strike="noStrike" cap="none">
                <a:solidFill>
                  <a:srgbClr val="767676"/>
                </a:solidFill>
                <a:latin typeface="Arial"/>
                <a:ea typeface="Arial"/>
                <a:cs typeface="Arial"/>
                <a:sym typeface="Arial"/>
              </a:defRPr>
            </a:lvl6pPr>
            <a:lvl7pPr marL="0" marR="0" lvl="6" indent="0" algn="l" rtl="0">
              <a:spcBef>
                <a:spcPts val="0"/>
              </a:spcBef>
              <a:buNone/>
              <a:defRPr sz="1200" b="0" i="0" u="none" strike="noStrike" cap="none">
                <a:solidFill>
                  <a:srgbClr val="767676"/>
                </a:solidFill>
                <a:latin typeface="Arial"/>
                <a:ea typeface="Arial"/>
                <a:cs typeface="Arial"/>
                <a:sym typeface="Arial"/>
              </a:defRPr>
            </a:lvl7pPr>
            <a:lvl8pPr marL="0" marR="0" lvl="7" indent="0" algn="l" rtl="0">
              <a:spcBef>
                <a:spcPts val="0"/>
              </a:spcBef>
              <a:buNone/>
              <a:defRPr sz="1200" b="0" i="0" u="none" strike="noStrike" cap="none">
                <a:solidFill>
                  <a:srgbClr val="767676"/>
                </a:solidFill>
                <a:latin typeface="Arial"/>
                <a:ea typeface="Arial"/>
                <a:cs typeface="Arial"/>
                <a:sym typeface="Arial"/>
              </a:defRPr>
            </a:lvl8pPr>
            <a:lvl9pPr marL="0" marR="0" lvl="8" indent="0" algn="l" rtl="0">
              <a:spcBef>
                <a:spcPts val="0"/>
              </a:spcBef>
              <a:buNone/>
              <a:defRPr sz="1200" b="0" i="0" u="none" strike="noStrike" cap="none">
                <a:solidFill>
                  <a:srgbClr val="767676"/>
                </a:solidFill>
                <a:latin typeface="Arial"/>
                <a:ea typeface="Arial"/>
                <a:cs typeface="Arial"/>
                <a:sym typeface="Arial"/>
              </a:defRPr>
            </a:lvl9pPr>
          </a:lstStyle>
          <a:p>
            <a:fld id="{00000000-1234-1234-1234-123412341234}" type="slidenum">
              <a:rPr lang="en-GB" smtClean="0"/>
              <a:pPr/>
              <a:t>‹N°›</a:t>
            </a:fld>
            <a:endParaRPr lang="en-GB"/>
          </a:p>
        </p:txBody>
      </p:sp>
      <p:sp>
        <p:nvSpPr>
          <p:cNvPr id="4" name="Text Placeholder 2">
            <a:extLst>
              <a:ext uri="{FF2B5EF4-FFF2-40B4-BE49-F238E27FC236}">
                <a16:creationId xmlns:a16="http://schemas.microsoft.com/office/drawing/2014/main" id="{949220B6-B4CB-BA59-8F58-4304C8D422BD}"/>
              </a:ext>
            </a:extLst>
          </p:cNvPr>
          <p:cNvSpPr>
            <a:spLocks noGrp="1"/>
          </p:cNvSpPr>
          <p:nvPr>
            <p:ph type="body" idx="1"/>
          </p:nvPr>
        </p:nvSpPr>
        <p:spPr>
          <a:xfrm>
            <a:off x="970723" y="1894895"/>
            <a:ext cx="5157787" cy="823912"/>
          </a:xfrm>
        </p:spPr>
        <p:txBody>
          <a:bodyPr wrap="square" anchor="t">
            <a:noAutofit/>
          </a:bodyPr>
          <a:lstStyle>
            <a:lvl1pPr marL="0" indent="0">
              <a:buNone/>
              <a:defRPr sz="2400" b="0" baseline="0">
                <a:solidFill>
                  <a:srgbClr val="2644A7"/>
                </a:solidFill>
              </a:defRPr>
            </a:lvl1pPr>
            <a:lvl2pPr marL="338383" indent="0">
              <a:buNone/>
              <a:defRPr sz="1480" b="1"/>
            </a:lvl2pPr>
            <a:lvl3pPr marL="676765" indent="0">
              <a:buNone/>
              <a:defRPr sz="1332" b="1"/>
            </a:lvl3pPr>
            <a:lvl4pPr marL="1015148" indent="0">
              <a:buNone/>
              <a:defRPr sz="1184" b="1"/>
            </a:lvl4pPr>
            <a:lvl5pPr marL="1353530" indent="0">
              <a:buNone/>
              <a:defRPr sz="1184" b="1"/>
            </a:lvl5pPr>
            <a:lvl6pPr marL="1691913" indent="0">
              <a:buNone/>
              <a:defRPr sz="1184" b="1"/>
            </a:lvl6pPr>
            <a:lvl7pPr marL="2030295" indent="0">
              <a:buNone/>
              <a:defRPr sz="1184" b="1"/>
            </a:lvl7pPr>
            <a:lvl8pPr marL="2368678" indent="0">
              <a:buNone/>
              <a:defRPr sz="1184" b="1"/>
            </a:lvl8pPr>
            <a:lvl9pPr marL="2707061" indent="0">
              <a:buNone/>
              <a:defRPr sz="1184" b="1"/>
            </a:lvl9pPr>
          </a:lstStyle>
          <a:p>
            <a:pPr lvl="0"/>
            <a:r>
              <a:rPr lang="en-US" dirty="0"/>
              <a:t>Click to edit Master text styles</a:t>
            </a:r>
          </a:p>
        </p:txBody>
      </p:sp>
      <p:sp>
        <p:nvSpPr>
          <p:cNvPr id="6" name="Content Placeholder 3">
            <a:extLst>
              <a:ext uri="{FF2B5EF4-FFF2-40B4-BE49-F238E27FC236}">
                <a16:creationId xmlns:a16="http://schemas.microsoft.com/office/drawing/2014/main" id="{BDB0ABC1-873A-F2DD-170F-E80FE4830D28}"/>
              </a:ext>
            </a:extLst>
          </p:cNvPr>
          <p:cNvSpPr>
            <a:spLocks noGrp="1"/>
          </p:cNvSpPr>
          <p:nvPr>
            <p:ph sz="half" idx="2"/>
          </p:nvPr>
        </p:nvSpPr>
        <p:spPr>
          <a:xfrm>
            <a:off x="970723" y="2725735"/>
            <a:ext cx="5157787" cy="3384119"/>
          </a:xfrm>
        </p:spPr>
        <p:txBody>
          <a:bodyPr wrap="square">
            <a:noAutofit/>
          </a:bodyPr>
          <a:lstStyle>
            <a:lvl1pPr marL="342000" indent="-342000">
              <a:lnSpc>
                <a:spcPct val="90000"/>
              </a:lnSpc>
              <a:spcAft>
                <a:spcPts val="1000"/>
              </a:spcAft>
              <a:defRPr sz="2000">
                <a:solidFill>
                  <a:srgbClr val="101010"/>
                </a:solidFill>
              </a:defRPr>
            </a:lvl1pPr>
            <a:lvl2pPr marL="684000" indent="-342000">
              <a:spcBef>
                <a:spcPts val="0"/>
              </a:spcBef>
              <a:spcAft>
                <a:spcPts val="800"/>
              </a:spcAft>
              <a:defRPr sz="1800">
                <a:solidFill>
                  <a:srgbClr val="101010"/>
                </a:solidFill>
              </a:defRPr>
            </a:lvl2pPr>
            <a:lvl3pPr marL="972000">
              <a:lnSpc>
                <a:spcPct val="90000"/>
              </a:lnSpc>
              <a:spcBef>
                <a:spcPts val="0"/>
              </a:spcBef>
              <a:spcAft>
                <a:spcPts val="1000"/>
              </a:spcAft>
              <a:defRPr sz="1600">
                <a:solidFill>
                  <a:srgbClr val="101010"/>
                </a:solidFill>
              </a:defRPr>
            </a:lvl3pPr>
            <a:lvl4pPr marL="1296000" indent="-342000">
              <a:lnSpc>
                <a:spcPct val="90000"/>
              </a:lnSpc>
              <a:spcBef>
                <a:spcPts val="0"/>
              </a:spcBef>
              <a:spcAft>
                <a:spcPts val="1000"/>
              </a:spcAft>
              <a:defRPr sz="1400">
                <a:solidFill>
                  <a:srgbClr val="101010"/>
                </a:solidFill>
              </a:defRPr>
            </a:lvl4pPr>
            <a:lvl5pPr marL="1620000" indent="-342000">
              <a:lnSpc>
                <a:spcPct val="90000"/>
              </a:lnSpc>
              <a:spcBef>
                <a:spcPts val="0"/>
              </a:spcBef>
              <a:spcAft>
                <a:spcPts val="1000"/>
              </a:spcAft>
              <a:defRPr sz="1200">
                <a:solidFill>
                  <a:srgbClr val="10101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Text Placeholder 4">
            <a:extLst>
              <a:ext uri="{FF2B5EF4-FFF2-40B4-BE49-F238E27FC236}">
                <a16:creationId xmlns:a16="http://schemas.microsoft.com/office/drawing/2014/main" id="{0057B6DC-82B6-DC47-2B36-FBA16BFA54D7}"/>
              </a:ext>
            </a:extLst>
          </p:cNvPr>
          <p:cNvSpPr>
            <a:spLocks noGrp="1"/>
          </p:cNvSpPr>
          <p:nvPr>
            <p:ph type="body" sz="quarter" idx="3"/>
          </p:nvPr>
        </p:nvSpPr>
        <p:spPr>
          <a:xfrm>
            <a:off x="6303134" y="1894895"/>
            <a:ext cx="5183188" cy="823912"/>
          </a:xfrm>
          <a:noFill/>
        </p:spPr>
        <p:txBody>
          <a:bodyPr wrap="square" anchor="t">
            <a:noAutofit/>
          </a:bodyPr>
          <a:lstStyle>
            <a:lvl1pPr marL="0" indent="0">
              <a:buNone/>
              <a:defRPr sz="2400" b="0">
                <a:solidFill>
                  <a:srgbClr val="2644A7"/>
                </a:solidFill>
              </a:defRPr>
            </a:lvl1pPr>
            <a:lvl2pPr marL="338383" indent="0">
              <a:buNone/>
              <a:defRPr sz="1480" b="1"/>
            </a:lvl2pPr>
            <a:lvl3pPr marL="676765" indent="0">
              <a:buNone/>
              <a:defRPr sz="1332" b="1"/>
            </a:lvl3pPr>
            <a:lvl4pPr marL="1015148" indent="0">
              <a:buNone/>
              <a:defRPr sz="1184" b="1"/>
            </a:lvl4pPr>
            <a:lvl5pPr marL="1353530" indent="0">
              <a:buNone/>
              <a:defRPr sz="1184" b="1"/>
            </a:lvl5pPr>
            <a:lvl6pPr marL="1691913" indent="0">
              <a:buNone/>
              <a:defRPr sz="1184" b="1"/>
            </a:lvl6pPr>
            <a:lvl7pPr marL="2030295" indent="0">
              <a:buNone/>
              <a:defRPr sz="1184" b="1"/>
            </a:lvl7pPr>
            <a:lvl8pPr marL="2368678" indent="0">
              <a:buNone/>
              <a:defRPr sz="1184" b="1"/>
            </a:lvl8pPr>
            <a:lvl9pPr marL="2707061" indent="0">
              <a:buNone/>
              <a:defRPr sz="1184" b="1"/>
            </a:lvl9pPr>
          </a:lstStyle>
          <a:p>
            <a:pPr lvl="0"/>
            <a:r>
              <a:rPr lang="en-US" dirty="0"/>
              <a:t>Click to edit Master text styles</a:t>
            </a:r>
          </a:p>
        </p:txBody>
      </p:sp>
      <p:pic>
        <p:nvPicPr>
          <p:cNvPr id="9" name="Picture 8">
            <a:extLst>
              <a:ext uri="{FF2B5EF4-FFF2-40B4-BE49-F238E27FC236}">
                <a16:creationId xmlns:a16="http://schemas.microsoft.com/office/drawing/2014/main" id="{6495916A-C750-070D-C528-9F655246DF58}"/>
              </a:ext>
            </a:extLst>
          </p:cNvPr>
          <p:cNvPicPr>
            <a:picLocks noChangeAspect="1"/>
          </p:cNvPicPr>
          <p:nvPr userDrawn="1"/>
        </p:nvPicPr>
        <p:blipFill>
          <a:blip r:embed="rId2"/>
          <a:srcRect/>
          <a:stretch/>
        </p:blipFill>
        <p:spPr>
          <a:xfrm>
            <a:off x="424731" y="6499013"/>
            <a:ext cx="1332000" cy="181429"/>
          </a:xfrm>
          <a:prstGeom prst="rect">
            <a:avLst/>
          </a:prstGeom>
        </p:spPr>
      </p:pic>
      <p:pic>
        <p:nvPicPr>
          <p:cNvPr id="10" name="Picture 9">
            <a:extLst>
              <a:ext uri="{FF2B5EF4-FFF2-40B4-BE49-F238E27FC236}">
                <a16:creationId xmlns:a16="http://schemas.microsoft.com/office/drawing/2014/main" id="{457D36BD-C483-ED07-0866-A0A591A01707}"/>
              </a:ext>
            </a:extLst>
          </p:cNvPr>
          <p:cNvPicPr>
            <a:picLocks noChangeAspect="1"/>
          </p:cNvPicPr>
          <p:nvPr userDrawn="1"/>
        </p:nvPicPr>
        <p:blipFill>
          <a:blip r:embed="rId3"/>
          <a:srcRect/>
          <a:stretch/>
        </p:blipFill>
        <p:spPr>
          <a:xfrm>
            <a:off x="10326539" y="5728720"/>
            <a:ext cx="1865461" cy="1130560"/>
          </a:xfrm>
          <a:prstGeom prst="rect">
            <a:avLst/>
          </a:prstGeom>
        </p:spPr>
      </p:pic>
      <p:sp>
        <p:nvSpPr>
          <p:cNvPr id="2" name="Content Placeholder 3">
            <a:extLst>
              <a:ext uri="{FF2B5EF4-FFF2-40B4-BE49-F238E27FC236}">
                <a16:creationId xmlns:a16="http://schemas.microsoft.com/office/drawing/2014/main" id="{A623D267-A36F-1DAC-4912-F35877117825}"/>
              </a:ext>
            </a:extLst>
          </p:cNvPr>
          <p:cNvSpPr>
            <a:spLocks noGrp="1"/>
          </p:cNvSpPr>
          <p:nvPr>
            <p:ph sz="half" idx="13"/>
          </p:nvPr>
        </p:nvSpPr>
        <p:spPr>
          <a:xfrm>
            <a:off x="6309559" y="2725735"/>
            <a:ext cx="5183188" cy="3384119"/>
          </a:xfrm>
        </p:spPr>
        <p:txBody>
          <a:bodyPr wrap="square">
            <a:noAutofit/>
          </a:bodyPr>
          <a:lstStyle>
            <a:lvl1pPr marL="342000" indent="-342000">
              <a:lnSpc>
                <a:spcPct val="90000"/>
              </a:lnSpc>
              <a:spcAft>
                <a:spcPts val="1000"/>
              </a:spcAft>
              <a:defRPr sz="2000">
                <a:solidFill>
                  <a:srgbClr val="101010"/>
                </a:solidFill>
              </a:defRPr>
            </a:lvl1pPr>
            <a:lvl2pPr marL="684000" indent="-342000">
              <a:spcBef>
                <a:spcPts val="0"/>
              </a:spcBef>
              <a:spcAft>
                <a:spcPts val="800"/>
              </a:spcAft>
              <a:defRPr sz="1800">
                <a:solidFill>
                  <a:srgbClr val="101010"/>
                </a:solidFill>
              </a:defRPr>
            </a:lvl2pPr>
            <a:lvl3pPr marL="972000">
              <a:lnSpc>
                <a:spcPct val="90000"/>
              </a:lnSpc>
              <a:spcBef>
                <a:spcPts val="0"/>
              </a:spcBef>
              <a:spcAft>
                <a:spcPts val="1000"/>
              </a:spcAft>
              <a:defRPr sz="1600">
                <a:solidFill>
                  <a:srgbClr val="101010"/>
                </a:solidFill>
              </a:defRPr>
            </a:lvl3pPr>
            <a:lvl4pPr marL="1296000" indent="-342000">
              <a:lnSpc>
                <a:spcPct val="90000"/>
              </a:lnSpc>
              <a:spcBef>
                <a:spcPts val="0"/>
              </a:spcBef>
              <a:spcAft>
                <a:spcPts val="1000"/>
              </a:spcAft>
              <a:defRPr sz="1400">
                <a:solidFill>
                  <a:srgbClr val="101010"/>
                </a:solidFill>
              </a:defRPr>
            </a:lvl4pPr>
            <a:lvl5pPr marL="1620000" indent="-342000">
              <a:lnSpc>
                <a:spcPct val="90000"/>
              </a:lnSpc>
              <a:spcBef>
                <a:spcPts val="0"/>
              </a:spcBef>
              <a:spcAft>
                <a:spcPts val="1000"/>
              </a:spcAft>
              <a:defRPr sz="1200">
                <a:solidFill>
                  <a:srgbClr val="10101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147344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Last slide (option 1)" preserve="1" userDrawn="1">
  <p:cSld name="Last slide (option 1)">
    <p:spTree>
      <p:nvGrpSpPr>
        <p:cNvPr id="1" name="Shape 140"/>
        <p:cNvGrpSpPr/>
        <p:nvPr/>
      </p:nvGrpSpPr>
      <p:grpSpPr>
        <a:xfrm>
          <a:off x="0" y="0"/>
          <a:ext cx="0" cy="0"/>
          <a:chOff x="0" y="0"/>
          <a:chExt cx="0" cy="0"/>
        </a:xfrm>
      </p:grpSpPr>
      <p:sp>
        <p:nvSpPr>
          <p:cNvPr id="3" name="Google Shape;141;p37">
            <a:extLst>
              <a:ext uri="{FF2B5EF4-FFF2-40B4-BE49-F238E27FC236}">
                <a16:creationId xmlns:a16="http://schemas.microsoft.com/office/drawing/2014/main" id="{ACED6512-1BD5-58D6-D635-D62C0A34BF8C}"/>
              </a:ext>
            </a:extLst>
          </p:cNvPr>
          <p:cNvSpPr>
            <a:spLocks/>
          </p:cNvSpPr>
          <p:nvPr userDrawn="1"/>
        </p:nvSpPr>
        <p:spPr>
          <a:xfrm>
            <a:off x="0" y="3328560"/>
            <a:ext cx="12192000" cy="2913720"/>
          </a:xfrm>
          <a:prstGeom prst="rect">
            <a:avLst/>
          </a:prstGeom>
          <a:solidFill>
            <a:srgbClr val="2644A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144" name="Google Shape;144;p37"/>
          <p:cNvSpPr txBox="1">
            <a:spLocks noGrp="1"/>
          </p:cNvSpPr>
          <p:nvPr>
            <p:ph type="body" idx="1"/>
          </p:nvPr>
        </p:nvSpPr>
        <p:spPr>
          <a:xfrm>
            <a:off x="970723" y="3777422"/>
            <a:ext cx="6865686" cy="2174332"/>
          </a:xfrm>
          <a:prstGeom prst="rect">
            <a:avLst/>
          </a:prstGeom>
          <a:noFill/>
          <a:ln>
            <a:noFill/>
          </a:ln>
        </p:spPr>
        <p:txBody>
          <a:bodyPr spcFirstLastPara="1" wrap="square" lIns="91425" tIns="45700" rIns="91425" bIns="45700" anchor="t" anchorCtr="0">
            <a:noAutofit/>
          </a:bodyPr>
          <a:lstStyle>
            <a:lvl1pPr marL="0" lvl="0" indent="0" algn="l">
              <a:lnSpc>
                <a:spcPct val="100000"/>
              </a:lnSpc>
              <a:spcBef>
                <a:spcPts val="0"/>
              </a:spcBef>
              <a:spcAft>
                <a:spcPts val="0"/>
              </a:spcAft>
              <a:buSzPts val="1400"/>
              <a:buFont typeface="Arial"/>
              <a:buNone/>
              <a:defRPr sz="2400">
                <a:solidFill>
                  <a:srgbClr val="F4F4F4"/>
                </a:solidFill>
              </a:defRPr>
            </a:lvl1pPr>
            <a:lvl2pPr marL="914400" lvl="1" indent="-228600" algn="l">
              <a:lnSpc>
                <a:spcPct val="100000"/>
              </a:lnSpc>
              <a:spcBef>
                <a:spcPts val="1800"/>
              </a:spcBef>
              <a:spcAft>
                <a:spcPts val="0"/>
              </a:spcAft>
              <a:buSzPts val="2000"/>
              <a:buNone/>
              <a:defRPr/>
            </a:lvl2pPr>
            <a:lvl3pPr marL="1371600" lvl="2" indent="-342900" algn="l">
              <a:lnSpc>
                <a:spcPct val="100000"/>
              </a:lnSpc>
              <a:spcBef>
                <a:spcPts val="1800"/>
              </a:spcBef>
              <a:spcAft>
                <a:spcPts val="0"/>
              </a:spcAft>
              <a:buSzPts val="1800"/>
              <a:buChar char="•"/>
              <a:defRPr/>
            </a:lvl3pPr>
            <a:lvl4pPr marL="1828800" lvl="3" indent="-342900" algn="l">
              <a:lnSpc>
                <a:spcPct val="100000"/>
              </a:lnSpc>
              <a:spcBef>
                <a:spcPts val="1800"/>
              </a:spcBef>
              <a:spcAft>
                <a:spcPts val="0"/>
              </a:spcAft>
              <a:buSzPts val="1800"/>
              <a:buChar char="•"/>
              <a:defRPr/>
            </a:lvl4pPr>
            <a:lvl5pPr marL="2286000" lvl="4" indent="-342900" algn="l">
              <a:lnSpc>
                <a:spcPct val="100000"/>
              </a:lnSpc>
              <a:spcBef>
                <a:spcPts val="1800"/>
              </a:spcBef>
              <a:spcAft>
                <a:spcPts val="0"/>
              </a:spcAft>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dirty="0"/>
              <a:t>Click to edit Master text styles</a:t>
            </a:r>
          </a:p>
        </p:txBody>
      </p:sp>
      <p:pic>
        <p:nvPicPr>
          <p:cNvPr id="5" name="Picture 4">
            <a:extLst>
              <a:ext uri="{FF2B5EF4-FFF2-40B4-BE49-F238E27FC236}">
                <a16:creationId xmlns:a16="http://schemas.microsoft.com/office/drawing/2014/main" id="{3488A19F-A201-3EB2-A71E-1E51EF3E1B23}"/>
              </a:ext>
            </a:extLst>
          </p:cNvPr>
          <p:cNvPicPr>
            <a:picLocks noChangeAspect="1"/>
          </p:cNvPicPr>
          <p:nvPr userDrawn="1"/>
        </p:nvPicPr>
        <p:blipFill>
          <a:blip r:embed="rId2"/>
          <a:srcRect/>
          <a:stretch/>
        </p:blipFill>
        <p:spPr>
          <a:xfrm>
            <a:off x="8107569" y="3538903"/>
            <a:ext cx="2931525" cy="2412704"/>
          </a:xfrm>
          <a:prstGeom prst="rect">
            <a:avLst/>
          </a:prstGeom>
        </p:spPr>
      </p:pic>
      <p:sp>
        <p:nvSpPr>
          <p:cNvPr id="7" name="Title Placeholder 1">
            <a:extLst>
              <a:ext uri="{FF2B5EF4-FFF2-40B4-BE49-F238E27FC236}">
                <a16:creationId xmlns:a16="http://schemas.microsoft.com/office/drawing/2014/main" id="{9CD49B01-566F-CA34-C636-83E50BFD40E0}"/>
              </a:ext>
            </a:extLst>
          </p:cNvPr>
          <p:cNvSpPr>
            <a:spLocks noGrp="1"/>
          </p:cNvSpPr>
          <p:nvPr>
            <p:ph type="title"/>
          </p:nvPr>
        </p:nvSpPr>
        <p:spPr>
          <a:xfrm>
            <a:off x="970722" y="414281"/>
            <a:ext cx="10515600" cy="2937139"/>
          </a:xfrm>
          <a:prstGeom prst="rect">
            <a:avLst/>
          </a:prstGeom>
        </p:spPr>
        <p:txBody>
          <a:bodyPr vert="horz" lIns="91440" tIns="45720" rIns="91440" bIns="0" rtlCol="0" anchor="ctr" anchorCtr="0">
            <a:noAutofit/>
          </a:bodyPr>
          <a:lstStyle>
            <a:lvl1pPr algn="ctr">
              <a:defRPr sz="4800">
                <a:solidFill>
                  <a:srgbClr val="101010"/>
                </a:solidFill>
              </a:defRPr>
            </a:lvl1pPr>
          </a:lstStyle>
          <a:p>
            <a:r>
              <a:rPr lang="en-US" dirty="0"/>
              <a:t>Click to edit Master title style</a:t>
            </a:r>
            <a:endParaRPr lang="en-GB" dirty="0"/>
          </a:p>
        </p:txBody>
      </p:sp>
      <p:sp>
        <p:nvSpPr>
          <p:cNvPr id="8" name="Google Shape;10;p21">
            <a:extLst>
              <a:ext uri="{FF2B5EF4-FFF2-40B4-BE49-F238E27FC236}">
                <a16:creationId xmlns:a16="http://schemas.microsoft.com/office/drawing/2014/main" id="{C209E83E-F338-C8C6-D016-6C5FE194EA8B}"/>
              </a:ext>
            </a:extLst>
          </p:cNvPr>
          <p:cNvSpPr txBox="1">
            <a:spLocks noGrp="1"/>
          </p:cNvSpPr>
          <p:nvPr>
            <p:ph type="sldNum" idx="12"/>
          </p:nvPr>
        </p:nvSpPr>
        <p:spPr>
          <a:xfrm>
            <a:off x="4724400" y="6437331"/>
            <a:ext cx="27432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rgbClr val="767676"/>
                </a:solidFill>
                <a:latin typeface="Arial"/>
                <a:ea typeface="Arial"/>
                <a:cs typeface="Arial"/>
                <a:sym typeface="Arial"/>
              </a:defRPr>
            </a:lvl1pPr>
            <a:lvl2pPr marL="0" marR="0" lvl="1" indent="0" algn="l" rtl="0">
              <a:spcBef>
                <a:spcPts val="0"/>
              </a:spcBef>
              <a:buNone/>
              <a:defRPr sz="1200" b="0" i="0" u="none" strike="noStrike" cap="none">
                <a:solidFill>
                  <a:srgbClr val="767676"/>
                </a:solidFill>
                <a:latin typeface="Arial"/>
                <a:ea typeface="Arial"/>
                <a:cs typeface="Arial"/>
                <a:sym typeface="Arial"/>
              </a:defRPr>
            </a:lvl2pPr>
            <a:lvl3pPr marL="0" marR="0" lvl="2" indent="0" algn="l" rtl="0">
              <a:spcBef>
                <a:spcPts val="0"/>
              </a:spcBef>
              <a:buNone/>
              <a:defRPr sz="1200" b="0" i="0" u="none" strike="noStrike" cap="none">
                <a:solidFill>
                  <a:srgbClr val="767676"/>
                </a:solidFill>
                <a:latin typeface="Arial"/>
                <a:ea typeface="Arial"/>
                <a:cs typeface="Arial"/>
                <a:sym typeface="Arial"/>
              </a:defRPr>
            </a:lvl3pPr>
            <a:lvl4pPr marL="0" marR="0" lvl="3" indent="0" algn="l" rtl="0">
              <a:spcBef>
                <a:spcPts val="0"/>
              </a:spcBef>
              <a:buNone/>
              <a:defRPr sz="1200" b="0" i="0" u="none" strike="noStrike" cap="none">
                <a:solidFill>
                  <a:srgbClr val="767676"/>
                </a:solidFill>
                <a:latin typeface="Arial"/>
                <a:ea typeface="Arial"/>
                <a:cs typeface="Arial"/>
                <a:sym typeface="Arial"/>
              </a:defRPr>
            </a:lvl4pPr>
            <a:lvl5pPr marL="0" marR="0" lvl="4" indent="0" algn="l" rtl="0">
              <a:spcBef>
                <a:spcPts val="0"/>
              </a:spcBef>
              <a:buNone/>
              <a:defRPr sz="1200" b="0" i="0" u="none" strike="noStrike" cap="none">
                <a:solidFill>
                  <a:srgbClr val="767676"/>
                </a:solidFill>
                <a:latin typeface="Arial"/>
                <a:ea typeface="Arial"/>
                <a:cs typeface="Arial"/>
                <a:sym typeface="Arial"/>
              </a:defRPr>
            </a:lvl5pPr>
            <a:lvl6pPr marL="0" marR="0" lvl="5" indent="0" algn="l" rtl="0">
              <a:spcBef>
                <a:spcPts val="0"/>
              </a:spcBef>
              <a:buNone/>
              <a:defRPr sz="1200" b="0" i="0" u="none" strike="noStrike" cap="none">
                <a:solidFill>
                  <a:srgbClr val="767676"/>
                </a:solidFill>
                <a:latin typeface="Arial"/>
                <a:ea typeface="Arial"/>
                <a:cs typeface="Arial"/>
                <a:sym typeface="Arial"/>
              </a:defRPr>
            </a:lvl6pPr>
            <a:lvl7pPr marL="0" marR="0" lvl="6" indent="0" algn="l" rtl="0">
              <a:spcBef>
                <a:spcPts val="0"/>
              </a:spcBef>
              <a:buNone/>
              <a:defRPr sz="1200" b="0" i="0" u="none" strike="noStrike" cap="none">
                <a:solidFill>
                  <a:srgbClr val="767676"/>
                </a:solidFill>
                <a:latin typeface="Arial"/>
                <a:ea typeface="Arial"/>
                <a:cs typeface="Arial"/>
                <a:sym typeface="Arial"/>
              </a:defRPr>
            </a:lvl7pPr>
            <a:lvl8pPr marL="0" marR="0" lvl="7" indent="0" algn="l" rtl="0">
              <a:spcBef>
                <a:spcPts val="0"/>
              </a:spcBef>
              <a:buNone/>
              <a:defRPr sz="1200" b="0" i="0" u="none" strike="noStrike" cap="none">
                <a:solidFill>
                  <a:srgbClr val="767676"/>
                </a:solidFill>
                <a:latin typeface="Arial"/>
                <a:ea typeface="Arial"/>
                <a:cs typeface="Arial"/>
                <a:sym typeface="Arial"/>
              </a:defRPr>
            </a:lvl8pPr>
            <a:lvl9pPr marL="0" marR="0" lvl="8" indent="0" algn="l" rtl="0">
              <a:spcBef>
                <a:spcPts val="0"/>
              </a:spcBef>
              <a:buNone/>
              <a:defRPr sz="1200" b="0" i="0" u="none" strike="noStrike" cap="none">
                <a:solidFill>
                  <a:srgbClr val="767676"/>
                </a:solidFill>
                <a:latin typeface="Arial"/>
                <a:ea typeface="Arial"/>
                <a:cs typeface="Arial"/>
                <a:sym typeface="Arial"/>
              </a:defRPr>
            </a:lvl9pPr>
          </a:lstStyle>
          <a:p>
            <a:fld id="{00000000-1234-1234-1234-123412341234}" type="slidenum">
              <a:rPr lang="en-GB" smtClean="0"/>
              <a:pPr/>
              <a:t>‹N°›</a:t>
            </a:fld>
            <a:endParaRPr lang="en-GB"/>
          </a:p>
        </p:txBody>
      </p:sp>
      <p:pic>
        <p:nvPicPr>
          <p:cNvPr id="2" name="Picture 1">
            <a:extLst>
              <a:ext uri="{FF2B5EF4-FFF2-40B4-BE49-F238E27FC236}">
                <a16:creationId xmlns:a16="http://schemas.microsoft.com/office/drawing/2014/main" id="{736B8EBF-8A1C-818A-CBBC-1DC51D94C547}"/>
              </a:ext>
            </a:extLst>
          </p:cNvPr>
          <p:cNvPicPr>
            <a:picLocks noChangeAspect="1"/>
          </p:cNvPicPr>
          <p:nvPr userDrawn="1"/>
        </p:nvPicPr>
        <p:blipFill>
          <a:blip r:embed="rId3"/>
          <a:srcRect/>
          <a:stretch/>
        </p:blipFill>
        <p:spPr>
          <a:xfrm>
            <a:off x="10326539" y="5728720"/>
            <a:ext cx="1865461" cy="1130560"/>
          </a:xfrm>
          <a:prstGeom prst="rect">
            <a:avLst/>
          </a:prstGeom>
        </p:spPr>
      </p:pic>
      <p:pic>
        <p:nvPicPr>
          <p:cNvPr id="10" name="Picture 9">
            <a:extLst>
              <a:ext uri="{FF2B5EF4-FFF2-40B4-BE49-F238E27FC236}">
                <a16:creationId xmlns:a16="http://schemas.microsoft.com/office/drawing/2014/main" id="{A8541C9F-06FD-4BC7-C438-D852985D159B}"/>
              </a:ext>
            </a:extLst>
          </p:cNvPr>
          <p:cNvPicPr>
            <a:picLocks noChangeAspect="1"/>
          </p:cNvPicPr>
          <p:nvPr userDrawn="1"/>
        </p:nvPicPr>
        <p:blipFill>
          <a:blip r:embed="rId4"/>
          <a:srcRect/>
          <a:stretch/>
        </p:blipFill>
        <p:spPr>
          <a:xfrm>
            <a:off x="424731" y="6499013"/>
            <a:ext cx="1332000" cy="181429"/>
          </a:xfrm>
          <a:prstGeom prst="rect">
            <a:avLst/>
          </a:prstGeom>
        </p:spPr>
      </p:pic>
    </p:spTree>
    <p:extLst>
      <p:ext uri="{BB962C8B-B14F-4D97-AF65-F5344CB8AC3E}">
        <p14:creationId xmlns:p14="http://schemas.microsoft.com/office/powerpoint/2010/main" val="7271498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251AD-7D8C-4C3B-824E-50C74829509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A7E113E-768B-4593-A9C7-A1E1DD1DFA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B2AEEB7-BB24-4732-8514-B34F83480A79}"/>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4F1283D4-3C75-4639-AF68-1347ECEE9A39}"/>
              </a:ext>
            </a:extLst>
          </p:cNvPr>
          <p:cNvSpPr>
            <a:spLocks noGrp="1"/>
          </p:cNvSpPr>
          <p:nvPr>
            <p:ph type="ftr" sz="quarter" idx="11"/>
          </p:nvPr>
        </p:nvSpPr>
        <p:spPr/>
        <p:txBody>
          <a:bodyPr/>
          <a:lstStyle/>
          <a:p>
            <a:r>
              <a:rPr lang="en-GB"/>
              <a:t>Time Series</a:t>
            </a:r>
          </a:p>
        </p:txBody>
      </p:sp>
      <p:sp>
        <p:nvSpPr>
          <p:cNvPr id="6" name="Slide Number Placeholder 5">
            <a:extLst>
              <a:ext uri="{FF2B5EF4-FFF2-40B4-BE49-F238E27FC236}">
                <a16:creationId xmlns:a16="http://schemas.microsoft.com/office/drawing/2014/main" id="{242BF48D-2583-437B-8CFA-DD8EE0B2AAC0}"/>
              </a:ext>
            </a:extLst>
          </p:cNvPr>
          <p:cNvSpPr>
            <a:spLocks noGrp="1"/>
          </p:cNvSpPr>
          <p:nvPr>
            <p:ph type="sldNum" sz="quarter" idx="12"/>
          </p:nvPr>
        </p:nvSpPr>
        <p:spPr/>
        <p:txBody>
          <a:bodyPr/>
          <a:lstStyle/>
          <a:p>
            <a:fld id="{71CC62B1-FA1F-4849-B719-012F8D8A46B3}" type="slidenum">
              <a:rPr lang="en-GB" smtClean="0"/>
              <a:t>‹N°›</a:t>
            </a:fld>
            <a:endParaRPr lang="en-GB"/>
          </a:p>
        </p:txBody>
      </p:sp>
    </p:spTree>
    <p:extLst>
      <p:ext uri="{BB962C8B-B14F-4D97-AF65-F5344CB8AC3E}">
        <p14:creationId xmlns:p14="http://schemas.microsoft.com/office/powerpoint/2010/main" val="42629961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1" name="Google Shape;11;p21"/>
          <p:cNvSpPr txBox="1">
            <a:spLocks noGrp="1"/>
          </p:cNvSpPr>
          <p:nvPr>
            <p:ph type="title"/>
          </p:nvPr>
        </p:nvSpPr>
        <p:spPr>
          <a:xfrm>
            <a:off x="838200" y="763064"/>
            <a:ext cx="10515600" cy="782357"/>
          </a:xfrm>
          <a:prstGeom prst="rect">
            <a:avLst/>
          </a:prstGeom>
          <a:noFill/>
          <a:ln>
            <a:noFill/>
          </a:ln>
        </p:spPr>
        <p:txBody>
          <a:bodyPr spcFirstLastPara="1" wrap="square" lIns="91425" tIns="45700" rIns="91425" bIns="0" anchor="b" anchorCtr="0">
            <a:noAutofit/>
          </a:bodyPr>
          <a:lstStyle>
            <a:lvl1pPr marR="0" lvl="0" algn="l" rtl="0">
              <a:lnSpc>
                <a:spcPct val="90000"/>
              </a:lnSpc>
              <a:spcBef>
                <a:spcPts val="0"/>
              </a:spcBef>
              <a:spcAft>
                <a:spcPts val="0"/>
              </a:spcAft>
              <a:buClr>
                <a:schemeClr val="dk2"/>
              </a:buClr>
              <a:buSzPts val="4000"/>
              <a:buFont typeface="Arial"/>
              <a:buNone/>
              <a:defRPr sz="4000" b="0"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2" name="Google Shape;12;p21"/>
          <p:cNvSpPr txBox="1">
            <a:spLocks noGrp="1"/>
          </p:cNvSpPr>
          <p:nvPr>
            <p:ph type="body" idx="1"/>
          </p:nvPr>
        </p:nvSpPr>
        <p:spPr>
          <a:xfrm>
            <a:off x="838200" y="1825625"/>
            <a:ext cx="10515600" cy="3881904"/>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0"/>
              </a:spcBef>
              <a:spcAft>
                <a:spcPts val="0"/>
              </a:spcAft>
              <a:buClr>
                <a:schemeClr val="dk2"/>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1800"/>
              </a:spcBef>
              <a:spcAft>
                <a:spcPts val="0"/>
              </a:spcAft>
              <a:buClr>
                <a:schemeClr val="dk2"/>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80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80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1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dirty="0"/>
          </a:p>
        </p:txBody>
      </p:sp>
    </p:spTree>
  </p:cSld>
  <p:clrMap bg1="lt1" tx1="dk1" bg2="dk2" tx2="lt2" accent1="accent1" accent2="accent2" accent3="accent3" accent4="accent4" accent5="accent5" accent6="accent6" hlink="hlink" folHlink="folHlink"/>
  <p:sldLayoutIdLst>
    <p:sldLayoutId id="2147483727" r:id="rId1"/>
    <p:sldLayoutId id="2147483717" r:id="rId2"/>
    <p:sldLayoutId id="2147483724" r:id="rId3"/>
    <p:sldLayoutId id="2147483725" r:id="rId4"/>
    <p:sldLayoutId id="2147483723" r:id="rId5"/>
    <p:sldLayoutId id="2147483728" r:id="rId6"/>
  </p:sldLayoutIdLst>
  <p:hf hd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2644A7"/>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0.png"/><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86E511-2A8E-CD8D-FA1D-6DDA5388CE10}"/>
              </a:ext>
            </a:extLst>
          </p:cNvPr>
          <p:cNvSpPr>
            <a:spLocks noGrp="1"/>
          </p:cNvSpPr>
          <p:nvPr>
            <p:ph type="subTitle" idx="1"/>
          </p:nvPr>
        </p:nvSpPr>
        <p:spPr/>
        <p:txBody>
          <a:bodyPr/>
          <a:lstStyle/>
          <a:p>
            <a:r>
              <a:rPr lang="en-IE" dirty="0"/>
              <a:t>ESTP Training</a:t>
            </a:r>
          </a:p>
          <a:p>
            <a:r>
              <a:rPr lang="en-IE"/>
              <a:t>05-07 October 2026</a:t>
            </a:r>
          </a:p>
        </p:txBody>
      </p:sp>
      <p:sp>
        <p:nvSpPr>
          <p:cNvPr id="3" name="Title 2">
            <a:extLst>
              <a:ext uri="{FF2B5EF4-FFF2-40B4-BE49-F238E27FC236}">
                <a16:creationId xmlns:a16="http://schemas.microsoft.com/office/drawing/2014/main" id="{E2518E6D-618C-DDB2-DF84-26EB66F0C2A9}"/>
              </a:ext>
            </a:extLst>
          </p:cNvPr>
          <p:cNvSpPr>
            <a:spLocks noGrp="1"/>
          </p:cNvSpPr>
          <p:nvPr>
            <p:ph type="title"/>
          </p:nvPr>
        </p:nvSpPr>
        <p:spPr/>
        <p:txBody>
          <a:bodyPr/>
          <a:lstStyle/>
          <a:p>
            <a:r>
              <a:rPr lang="en-IE" dirty="0"/>
              <a:t>Time series</a:t>
            </a:r>
          </a:p>
        </p:txBody>
      </p:sp>
      <p:sp>
        <p:nvSpPr>
          <p:cNvPr id="4" name="Text Placeholder 3">
            <a:extLst>
              <a:ext uri="{FF2B5EF4-FFF2-40B4-BE49-F238E27FC236}">
                <a16:creationId xmlns:a16="http://schemas.microsoft.com/office/drawing/2014/main" id="{F3FA50BB-3958-DA6F-CD7B-74B9FFF5C40A}"/>
              </a:ext>
            </a:extLst>
          </p:cNvPr>
          <p:cNvSpPr>
            <a:spLocks noGrp="1"/>
          </p:cNvSpPr>
          <p:nvPr>
            <p:ph type="body" sz="quarter" idx="10"/>
          </p:nvPr>
        </p:nvSpPr>
        <p:spPr/>
        <p:txBody>
          <a:bodyPr/>
          <a:lstStyle/>
          <a:p>
            <a:endParaRPr lang="en-IE"/>
          </a:p>
        </p:txBody>
      </p:sp>
    </p:spTree>
    <p:extLst>
      <p:ext uri="{BB962C8B-B14F-4D97-AF65-F5344CB8AC3E}">
        <p14:creationId xmlns:p14="http://schemas.microsoft.com/office/powerpoint/2010/main" val="34811535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5E61E-7A19-4784-9286-B1BD6928231E}"/>
              </a:ext>
            </a:extLst>
          </p:cNvPr>
          <p:cNvSpPr>
            <a:spLocks noGrp="1"/>
          </p:cNvSpPr>
          <p:nvPr>
            <p:ph type="title"/>
          </p:nvPr>
        </p:nvSpPr>
        <p:spPr/>
        <p:txBody>
          <a:bodyPr/>
          <a:lstStyle/>
          <a:p>
            <a:r>
              <a:rPr lang="en-GB" dirty="0"/>
              <a:t>1. Outline</a:t>
            </a:r>
          </a:p>
        </p:txBody>
      </p:sp>
      <p:sp>
        <p:nvSpPr>
          <p:cNvPr id="3" name="Content Placeholder 2">
            <a:extLst>
              <a:ext uri="{FF2B5EF4-FFF2-40B4-BE49-F238E27FC236}">
                <a16:creationId xmlns:a16="http://schemas.microsoft.com/office/drawing/2014/main" id="{DF6304D9-9C84-4EB6-B3A8-27931AA2E8C1}"/>
              </a:ext>
            </a:extLst>
          </p:cNvPr>
          <p:cNvSpPr>
            <a:spLocks noGrp="1"/>
          </p:cNvSpPr>
          <p:nvPr>
            <p:ph sz="half" idx="2"/>
          </p:nvPr>
        </p:nvSpPr>
        <p:spPr/>
        <p:txBody>
          <a:bodyPr/>
          <a:lstStyle/>
          <a:p>
            <a:r>
              <a:rPr lang="en-GB" sz="2800" dirty="0"/>
              <a:t>“Regular” time series</a:t>
            </a:r>
          </a:p>
          <a:p>
            <a:r>
              <a:rPr lang="en-GB" sz="2800" dirty="0"/>
              <a:t>Basic tools</a:t>
            </a:r>
          </a:p>
          <a:p>
            <a:pPr lvl="1"/>
            <a:r>
              <a:rPr lang="en-GB" sz="2400" dirty="0"/>
              <a:t>Auto-correlation function</a:t>
            </a:r>
          </a:p>
          <a:p>
            <a:pPr lvl="1"/>
            <a:r>
              <a:rPr lang="en-GB" sz="2400" dirty="0"/>
              <a:t>Periodogram</a:t>
            </a:r>
          </a:p>
          <a:p>
            <a:pPr lvl="1"/>
            <a:r>
              <a:rPr lang="en-GB" sz="2400" dirty="0"/>
              <a:t>Linear filter</a:t>
            </a:r>
          </a:p>
          <a:p>
            <a:r>
              <a:rPr lang="en-GB" sz="2800" dirty="0"/>
              <a:t>Stationarity</a:t>
            </a:r>
          </a:p>
          <a:p>
            <a:r>
              <a:rPr lang="en-GB" sz="2800" dirty="0"/>
              <a:t>Arima model</a:t>
            </a:r>
          </a:p>
          <a:p>
            <a:endParaRPr lang="en-GB" dirty="0"/>
          </a:p>
        </p:txBody>
      </p:sp>
      <p:sp>
        <p:nvSpPr>
          <p:cNvPr id="5" name="Footer Placeholder 4">
            <a:extLst>
              <a:ext uri="{FF2B5EF4-FFF2-40B4-BE49-F238E27FC236}">
                <a16:creationId xmlns:a16="http://schemas.microsoft.com/office/drawing/2014/main" id="{921B2AA3-B6BB-4B9B-98B8-294EF326516D}"/>
              </a:ext>
            </a:extLst>
          </p:cNvPr>
          <p:cNvSpPr>
            <a:spLocks noGrp="1"/>
          </p:cNvSpPr>
          <p:nvPr>
            <p:ph type="ftr" sz="quarter" idx="4294967295"/>
          </p:nvPr>
        </p:nvSpPr>
        <p:spPr>
          <a:xfrm>
            <a:off x="0" y="0"/>
            <a:ext cx="0" cy="0"/>
          </a:xfrm>
        </p:spPr>
        <p:txBody>
          <a:bodyPr/>
          <a:lstStyle/>
          <a:p>
            <a:r>
              <a:rPr lang="en-GB"/>
              <a:t>Time Series</a:t>
            </a:r>
          </a:p>
        </p:txBody>
      </p:sp>
      <p:sp>
        <p:nvSpPr>
          <p:cNvPr id="8" name="Espace réservé du numéro de diapositive 7">
            <a:extLst>
              <a:ext uri="{FF2B5EF4-FFF2-40B4-BE49-F238E27FC236}">
                <a16:creationId xmlns:a16="http://schemas.microsoft.com/office/drawing/2014/main" id="{33861ED7-66D6-B6D1-0F00-D987567622B5}"/>
              </a:ext>
            </a:extLst>
          </p:cNvPr>
          <p:cNvSpPr>
            <a:spLocks noGrp="1"/>
          </p:cNvSpPr>
          <p:nvPr>
            <p:ph type="sldNum" idx="12"/>
          </p:nvPr>
        </p:nvSpPr>
        <p:spPr/>
        <p:txBody>
          <a:bodyPr/>
          <a:lstStyle/>
          <a:p>
            <a:fld id="{00000000-1234-1234-1234-123412341234}" type="slidenum">
              <a:rPr lang="en-GB" smtClean="0"/>
              <a:pPr/>
              <a:t>2</a:t>
            </a:fld>
            <a:endParaRPr lang="en-GB"/>
          </a:p>
        </p:txBody>
      </p:sp>
    </p:spTree>
    <p:extLst>
      <p:ext uri="{BB962C8B-B14F-4D97-AF65-F5344CB8AC3E}">
        <p14:creationId xmlns:p14="http://schemas.microsoft.com/office/powerpoint/2010/main" val="3528564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8260D-CCC9-486D-868C-28385A3F1011}"/>
              </a:ext>
            </a:extLst>
          </p:cNvPr>
          <p:cNvSpPr>
            <a:spLocks noGrp="1"/>
          </p:cNvSpPr>
          <p:nvPr>
            <p:ph type="title"/>
          </p:nvPr>
        </p:nvSpPr>
        <p:spPr/>
        <p:txBody>
          <a:bodyPr/>
          <a:lstStyle/>
          <a:p>
            <a:r>
              <a:rPr lang="en-GB" dirty="0"/>
              <a:t>2. Time series</a:t>
            </a:r>
          </a:p>
        </p:txBody>
      </p:sp>
      <p:sp>
        <p:nvSpPr>
          <p:cNvPr id="3" name="Content Placeholder 2">
            <a:extLst>
              <a:ext uri="{FF2B5EF4-FFF2-40B4-BE49-F238E27FC236}">
                <a16:creationId xmlns:a16="http://schemas.microsoft.com/office/drawing/2014/main" id="{4F822B56-5136-4B4D-82F1-B1A1C3C49E36}"/>
              </a:ext>
            </a:extLst>
          </p:cNvPr>
          <p:cNvSpPr>
            <a:spLocks noGrp="1"/>
          </p:cNvSpPr>
          <p:nvPr>
            <p:ph sz="half" idx="2"/>
          </p:nvPr>
        </p:nvSpPr>
        <p:spPr/>
        <p:txBody>
          <a:bodyPr/>
          <a:lstStyle/>
          <a:p>
            <a:r>
              <a:rPr lang="en-GB" dirty="0"/>
              <a:t>We will only consider « regular » time series</a:t>
            </a:r>
          </a:p>
          <a:p>
            <a:pPr lvl="1"/>
            <a:r>
              <a:rPr lang="en-GB" dirty="0"/>
              <a:t>Monthly, quarterly…[, yearly] time series</a:t>
            </a:r>
          </a:p>
          <a:p>
            <a:pPr lvl="1"/>
            <a:r>
              <a:rPr lang="en-GB" dirty="0"/>
              <a:t>Annual frequency: 12, 6, 4, 3, 2, 1</a:t>
            </a:r>
          </a:p>
          <a:p>
            <a:pPr lvl="1"/>
            <a:endParaRPr lang="en-GB" dirty="0"/>
          </a:p>
          <a:p>
            <a:r>
              <a:rPr lang="en-GB" dirty="0"/>
              <a:t>[ JD+ 3.0 deal with more general time series]</a:t>
            </a:r>
          </a:p>
        </p:txBody>
      </p:sp>
      <p:sp>
        <p:nvSpPr>
          <p:cNvPr id="5" name="Footer Placeholder 4">
            <a:extLst>
              <a:ext uri="{FF2B5EF4-FFF2-40B4-BE49-F238E27FC236}">
                <a16:creationId xmlns:a16="http://schemas.microsoft.com/office/drawing/2014/main" id="{031A41F7-1E5B-45C1-B427-FD4901EBEE42}"/>
              </a:ext>
            </a:extLst>
          </p:cNvPr>
          <p:cNvSpPr>
            <a:spLocks noGrp="1"/>
          </p:cNvSpPr>
          <p:nvPr>
            <p:ph type="ftr" sz="quarter" idx="4294967295"/>
          </p:nvPr>
        </p:nvSpPr>
        <p:spPr>
          <a:xfrm>
            <a:off x="0" y="0"/>
            <a:ext cx="0" cy="0"/>
          </a:xfrm>
        </p:spPr>
        <p:txBody>
          <a:bodyPr/>
          <a:lstStyle/>
          <a:p>
            <a:r>
              <a:rPr lang="en-GB"/>
              <a:t>Time Series</a:t>
            </a:r>
          </a:p>
        </p:txBody>
      </p:sp>
      <p:pic>
        <p:nvPicPr>
          <p:cNvPr id="7" name="Picture 6">
            <a:extLst>
              <a:ext uri="{FF2B5EF4-FFF2-40B4-BE49-F238E27FC236}">
                <a16:creationId xmlns:a16="http://schemas.microsoft.com/office/drawing/2014/main" id="{77CF1A0E-4E0E-4127-8061-65A34B367019}"/>
              </a:ext>
            </a:extLst>
          </p:cNvPr>
          <p:cNvPicPr>
            <a:picLocks noChangeAspect="1"/>
          </p:cNvPicPr>
          <p:nvPr/>
        </p:nvPicPr>
        <p:blipFill>
          <a:blip r:embed="rId2"/>
          <a:stretch>
            <a:fillRect/>
          </a:stretch>
        </p:blipFill>
        <p:spPr>
          <a:xfrm>
            <a:off x="2868926" y="3575070"/>
            <a:ext cx="5399778" cy="203991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9" name="Espace réservé du numéro de diapositive 8">
            <a:extLst>
              <a:ext uri="{FF2B5EF4-FFF2-40B4-BE49-F238E27FC236}">
                <a16:creationId xmlns:a16="http://schemas.microsoft.com/office/drawing/2014/main" id="{B2722F15-0917-B441-78B6-E8AA2EE1E9A5}"/>
              </a:ext>
            </a:extLst>
          </p:cNvPr>
          <p:cNvSpPr>
            <a:spLocks noGrp="1"/>
          </p:cNvSpPr>
          <p:nvPr>
            <p:ph type="sldNum" idx="12"/>
          </p:nvPr>
        </p:nvSpPr>
        <p:spPr/>
        <p:txBody>
          <a:bodyPr/>
          <a:lstStyle/>
          <a:p>
            <a:fld id="{00000000-1234-1234-1234-123412341234}" type="slidenum">
              <a:rPr lang="en-GB" smtClean="0"/>
              <a:pPr/>
              <a:t>3</a:t>
            </a:fld>
            <a:endParaRPr lang="en-GB"/>
          </a:p>
        </p:txBody>
      </p:sp>
    </p:spTree>
    <p:extLst>
      <p:ext uri="{BB962C8B-B14F-4D97-AF65-F5344CB8AC3E}">
        <p14:creationId xmlns:p14="http://schemas.microsoft.com/office/powerpoint/2010/main" val="403631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7E19C-A417-4261-BD5B-08E2093947A9}"/>
              </a:ext>
            </a:extLst>
          </p:cNvPr>
          <p:cNvSpPr>
            <a:spLocks noGrp="1"/>
          </p:cNvSpPr>
          <p:nvPr>
            <p:ph type="title"/>
          </p:nvPr>
        </p:nvSpPr>
        <p:spPr/>
        <p:txBody>
          <a:bodyPr/>
          <a:lstStyle/>
          <a:p>
            <a:r>
              <a:rPr lang="en-GB" dirty="0"/>
              <a:t>3. Basic tools</a:t>
            </a:r>
          </a:p>
        </p:txBody>
      </p:sp>
      <p:sp>
        <p:nvSpPr>
          <p:cNvPr id="4" name="Espace réservé du numéro de diapositive 3">
            <a:extLst>
              <a:ext uri="{FF2B5EF4-FFF2-40B4-BE49-F238E27FC236}">
                <a16:creationId xmlns:a16="http://schemas.microsoft.com/office/drawing/2014/main" id="{1518B0C6-EC6E-6099-8916-E4D3E9172346}"/>
              </a:ext>
            </a:extLst>
          </p:cNvPr>
          <p:cNvSpPr>
            <a:spLocks noGrp="1"/>
          </p:cNvSpPr>
          <p:nvPr>
            <p:ph type="sldNum" idx="12"/>
          </p:nvPr>
        </p:nvSpPr>
        <p:spPr/>
        <p:txBody>
          <a:bodyPr/>
          <a:lstStyle/>
          <a:p>
            <a:fld id="{71CC62B1-FA1F-4849-B719-012F8D8A46B3}" type="slidenum">
              <a:rPr lang="en-GB" smtClean="0"/>
              <a:t>4</a:t>
            </a:fld>
            <a:endParaRPr lang="en-GB"/>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DE0653D-53CC-4553-9F52-C8EAC4239A42}"/>
                  </a:ext>
                </a:extLst>
              </p:cNvPr>
              <p:cNvSpPr>
                <a:spLocks noGrp="1"/>
              </p:cNvSpPr>
              <p:nvPr>
                <p:ph sz="half" idx="2"/>
              </p:nvPr>
            </p:nvSpPr>
            <p:spPr/>
            <p:txBody>
              <a:bodyPr/>
              <a:lstStyle/>
              <a:p>
                <a:r>
                  <a:rPr lang="en-GB" sz="3200" dirty="0"/>
                  <a:t>Auto-correlation function and auto-covariance function (ACF)</a:t>
                </a:r>
              </a:p>
              <a:p>
                <a:pPr lvl="1"/>
                <a:r>
                  <a:rPr lang="en-GB" sz="2800" dirty="0"/>
                  <a:t>Measurement of “patterns” in time series (</a:t>
                </a:r>
                <a14:m>
                  <m:oMath xmlns:m="http://schemas.openxmlformats.org/officeDocument/2006/math">
                    <m:sSub>
                      <m:sSubPr>
                        <m:ctrlPr>
                          <a:rPr lang="fr-BE" sz="2800" i="1">
                            <a:latin typeface="Cambria Math" panose="02040503050406030204" pitchFamily="18" charset="0"/>
                          </a:rPr>
                        </m:ctrlPr>
                      </m:sSubPr>
                      <m:e>
                        <m:r>
                          <a:rPr lang="fr-BE" sz="2800" i="1">
                            <a:latin typeface="Cambria Math" panose="02040503050406030204" pitchFamily="18" charset="0"/>
                          </a:rPr>
                          <m:t>𝑥</m:t>
                        </m:r>
                      </m:e>
                      <m:sub>
                        <m:r>
                          <a:rPr lang="fr-BE" sz="2800" i="1">
                            <a:latin typeface="Cambria Math" panose="02040503050406030204" pitchFamily="18" charset="0"/>
                          </a:rPr>
                          <m:t>𝑡</m:t>
                        </m:r>
                      </m:sub>
                    </m:sSub>
                  </m:oMath>
                </a14:m>
                <a:r>
                  <a:rPr lang="en-GB" sz="2800" dirty="0"/>
                  <a:t>, </a:t>
                </a:r>
                <a14:m>
                  <m:oMath xmlns:m="http://schemas.openxmlformats.org/officeDocument/2006/math">
                    <m:r>
                      <a:rPr lang="fr-BE" i="1">
                        <a:latin typeface="Cambria Math" panose="02040503050406030204" pitchFamily="18" charset="0"/>
                      </a:rPr>
                      <m:t>0</m:t>
                    </m:r>
                    <m:r>
                      <a:rPr lang="fr-BE" i="1">
                        <a:latin typeface="Cambria Math" panose="02040503050406030204" pitchFamily="18" charset="0"/>
                        <a:ea typeface="Cambria Math" panose="02040503050406030204" pitchFamily="18" charset="0"/>
                      </a:rPr>
                      <m:t>≤</m:t>
                    </m:r>
                    <m:r>
                      <a:rPr lang="fr-BE" i="1">
                        <a:latin typeface="Cambria Math" panose="02040503050406030204" pitchFamily="18" charset="0"/>
                        <a:ea typeface="Cambria Math" panose="02040503050406030204" pitchFamily="18" charset="0"/>
                      </a:rPr>
                      <m:t>𝑡</m:t>
                    </m:r>
                    <m:r>
                      <a:rPr lang="fr-BE" i="1">
                        <a:latin typeface="Cambria Math" panose="02040503050406030204" pitchFamily="18" charset="0"/>
                        <a:ea typeface="Cambria Math" panose="02040503050406030204" pitchFamily="18" charset="0"/>
                      </a:rPr>
                      <m:t>&lt;</m:t>
                    </m:r>
                    <m:r>
                      <a:rPr lang="fr-BE" i="1">
                        <a:latin typeface="Cambria Math" panose="02040503050406030204" pitchFamily="18" charset="0"/>
                        <a:ea typeface="Cambria Math" panose="02040503050406030204" pitchFamily="18" charset="0"/>
                      </a:rPr>
                      <m:t>𝑛</m:t>
                    </m:r>
                  </m:oMath>
                </a14:m>
                <a:r>
                  <a:rPr lang="en-GB" sz="2800" dirty="0"/>
                  <a:t>)</a:t>
                </a:r>
              </a:p>
              <a:p>
                <a:pPr lvl="1"/>
                <a14:m>
                  <m:oMath xmlns:m="http://schemas.openxmlformats.org/officeDocument/2006/math">
                    <m:r>
                      <a:rPr lang="fr-BE" sz="2800" b="0" i="1" smtClean="0">
                        <a:latin typeface="Cambria Math" panose="02040503050406030204" pitchFamily="18" charset="0"/>
                      </a:rPr>
                      <m:t>𝑎𝑐𝑓</m:t>
                    </m:r>
                    <m:d>
                      <m:dPr>
                        <m:ctrlPr>
                          <a:rPr lang="fr-BE" sz="2800" b="0" i="1" smtClean="0">
                            <a:latin typeface="Cambria Math" panose="02040503050406030204" pitchFamily="18" charset="0"/>
                          </a:rPr>
                        </m:ctrlPr>
                      </m:dPr>
                      <m:e>
                        <m:r>
                          <a:rPr lang="fr-BE" sz="2800" b="0" i="1" smtClean="0">
                            <a:latin typeface="Cambria Math" panose="02040503050406030204" pitchFamily="18" charset="0"/>
                          </a:rPr>
                          <m:t>𝑘</m:t>
                        </m:r>
                      </m:e>
                    </m:d>
                    <m:r>
                      <a:rPr lang="fr-BE" sz="2800" b="0" i="1" smtClean="0">
                        <a:latin typeface="Cambria Math" panose="02040503050406030204" pitchFamily="18" charset="0"/>
                      </a:rPr>
                      <m:t>= </m:t>
                    </m:r>
                    <m:sSub>
                      <m:sSubPr>
                        <m:ctrlPr>
                          <a:rPr lang="fr-BE" sz="2800" b="0" i="1" smtClean="0">
                            <a:latin typeface="Cambria Math" panose="02040503050406030204" pitchFamily="18" charset="0"/>
                            <a:ea typeface="Cambria Math" panose="02040503050406030204" pitchFamily="18" charset="0"/>
                          </a:rPr>
                        </m:ctrlPr>
                      </m:sSubPr>
                      <m:e>
                        <m:r>
                          <a:rPr lang="fr-BE" sz="2800" b="0" i="1" smtClean="0">
                            <a:latin typeface="Cambria Math" panose="02040503050406030204" pitchFamily="18" charset="0"/>
                            <a:ea typeface="Cambria Math" panose="02040503050406030204" pitchFamily="18" charset="0"/>
                          </a:rPr>
                          <m:t>𝜌</m:t>
                        </m:r>
                      </m:e>
                      <m:sub>
                        <m:r>
                          <a:rPr lang="fr-BE" sz="2800" b="0" i="1" smtClean="0">
                            <a:latin typeface="Cambria Math" panose="02040503050406030204" pitchFamily="18" charset="0"/>
                          </a:rPr>
                          <m:t>𝑘</m:t>
                        </m:r>
                      </m:sub>
                    </m:sSub>
                    <m:r>
                      <a:rPr lang="fr-BE" sz="2800" b="0" i="1" smtClean="0">
                        <a:latin typeface="Cambria Math" panose="02040503050406030204" pitchFamily="18" charset="0"/>
                      </a:rPr>
                      <m:t>=</m:t>
                    </m:r>
                    <m:f>
                      <m:fPr>
                        <m:ctrlPr>
                          <a:rPr lang="fr-BE" sz="2800" b="0" i="1" smtClean="0">
                            <a:latin typeface="Cambria Math" panose="02040503050406030204" pitchFamily="18" charset="0"/>
                          </a:rPr>
                        </m:ctrlPr>
                      </m:fPr>
                      <m:num>
                        <m:nary>
                          <m:naryPr>
                            <m:chr m:val="∑"/>
                            <m:ctrlPr>
                              <a:rPr lang="fr-BE" sz="2800" b="0" i="1" smtClean="0">
                                <a:latin typeface="Cambria Math" panose="02040503050406030204" pitchFamily="18" charset="0"/>
                              </a:rPr>
                            </m:ctrlPr>
                          </m:naryPr>
                          <m:sub>
                            <m:r>
                              <m:rPr>
                                <m:brk m:alnAt="23"/>
                              </m:rPr>
                              <a:rPr lang="fr-BE" sz="2800" b="0" i="1" smtClean="0">
                                <a:latin typeface="Cambria Math" panose="02040503050406030204" pitchFamily="18" charset="0"/>
                              </a:rPr>
                              <m:t>𝑡</m:t>
                            </m:r>
                            <m:r>
                              <a:rPr lang="fr-BE" sz="2800" b="0" i="1" smtClean="0">
                                <a:latin typeface="Cambria Math" panose="02040503050406030204" pitchFamily="18" charset="0"/>
                              </a:rPr>
                              <m:t>=</m:t>
                            </m:r>
                            <m:r>
                              <a:rPr lang="fr-BE" sz="2800" b="0" i="1" smtClean="0">
                                <a:latin typeface="Cambria Math" panose="02040503050406030204" pitchFamily="18" charset="0"/>
                              </a:rPr>
                              <m:t>𝑘</m:t>
                            </m:r>
                          </m:sub>
                          <m:sup>
                            <m:r>
                              <a:rPr lang="fr-BE" sz="2800" b="0" i="1" smtClean="0">
                                <a:latin typeface="Cambria Math" panose="02040503050406030204" pitchFamily="18" charset="0"/>
                              </a:rPr>
                              <m:t>𝑛</m:t>
                            </m:r>
                            <m:r>
                              <a:rPr lang="fr-BE" sz="2800" b="0" i="1" smtClean="0">
                                <a:latin typeface="Cambria Math" panose="02040503050406030204" pitchFamily="18" charset="0"/>
                              </a:rPr>
                              <m:t>−1</m:t>
                            </m:r>
                          </m:sup>
                          <m:e>
                            <m:r>
                              <a:rPr lang="fr-BE" sz="2800" b="0" i="1" smtClean="0">
                                <a:latin typeface="Cambria Math" panose="02040503050406030204" pitchFamily="18" charset="0"/>
                              </a:rPr>
                              <m:t>(</m:t>
                            </m:r>
                            <m:sSub>
                              <m:sSubPr>
                                <m:ctrlPr>
                                  <a:rPr lang="fr-BE" sz="2800" b="0" i="1" smtClean="0">
                                    <a:latin typeface="Cambria Math" panose="02040503050406030204" pitchFamily="18" charset="0"/>
                                  </a:rPr>
                                </m:ctrlPr>
                              </m:sSubPr>
                              <m:e>
                                <m:r>
                                  <a:rPr lang="fr-BE" sz="2800" b="0" i="1" smtClean="0">
                                    <a:latin typeface="Cambria Math" panose="02040503050406030204" pitchFamily="18" charset="0"/>
                                  </a:rPr>
                                  <m:t>𝑥</m:t>
                                </m:r>
                              </m:e>
                              <m:sub>
                                <m:r>
                                  <a:rPr lang="fr-BE" sz="2800" b="0" i="1" smtClean="0">
                                    <a:latin typeface="Cambria Math" panose="02040503050406030204" pitchFamily="18" charset="0"/>
                                  </a:rPr>
                                  <m:t>𝑡</m:t>
                                </m:r>
                              </m:sub>
                            </m:sSub>
                            <m:r>
                              <a:rPr lang="fr-BE" sz="2800" b="0" i="1" smtClean="0">
                                <a:latin typeface="Cambria Math" panose="02040503050406030204" pitchFamily="18" charset="0"/>
                              </a:rPr>
                              <m:t>−</m:t>
                            </m:r>
                            <m:acc>
                              <m:accPr>
                                <m:chr m:val="̅"/>
                                <m:ctrlPr>
                                  <a:rPr lang="fr-BE" sz="2800" b="0" i="1" smtClean="0">
                                    <a:latin typeface="Cambria Math" panose="02040503050406030204" pitchFamily="18" charset="0"/>
                                  </a:rPr>
                                </m:ctrlPr>
                              </m:accPr>
                              <m:e>
                                <m:r>
                                  <a:rPr lang="fr-BE" sz="2800" b="0" i="1" smtClean="0">
                                    <a:latin typeface="Cambria Math" panose="02040503050406030204" pitchFamily="18" charset="0"/>
                                  </a:rPr>
                                  <m:t>𝑥</m:t>
                                </m:r>
                              </m:e>
                            </m:acc>
                            <m:r>
                              <a:rPr lang="fr-BE" sz="2800" b="0" i="1" smtClean="0">
                                <a:latin typeface="Cambria Math" panose="02040503050406030204" pitchFamily="18" charset="0"/>
                              </a:rPr>
                              <m:t>)(</m:t>
                            </m:r>
                            <m:sSub>
                              <m:sSubPr>
                                <m:ctrlPr>
                                  <a:rPr lang="fr-BE" sz="2800" b="0" i="1" smtClean="0">
                                    <a:latin typeface="Cambria Math" panose="02040503050406030204" pitchFamily="18" charset="0"/>
                                  </a:rPr>
                                </m:ctrlPr>
                              </m:sSubPr>
                              <m:e>
                                <m:r>
                                  <a:rPr lang="fr-BE" sz="2800" b="0" i="1" smtClean="0">
                                    <a:latin typeface="Cambria Math" panose="02040503050406030204" pitchFamily="18" charset="0"/>
                                  </a:rPr>
                                  <m:t>𝑥</m:t>
                                </m:r>
                              </m:e>
                              <m:sub>
                                <m:r>
                                  <a:rPr lang="fr-BE" sz="2800" b="0" i="1" smtClean="0">
                                    <a:latin typeface="Cambria Math" panose="02040503050406030204" pitchFamily="18" charset="0"/>
                                  </a:rPr>
                                  <m:t>𝑡</m:t>
                                </m:r>
                                <m:r>
                                  <a:rPr lang="fr-BE" sz="2800" b="0" i="1" smtClean="0">
                                    <a:latin typeface="Cambria Math" panose="02040503050406030204" pitchFamily="18" charset="0"/>
                                  </a:rPr>
                                  <m:t>−</m:t>
                                </m:r>
                                <m:r>
                                  <a:rPr lang="fr-BE" sz="2800" b="0" i="1" smtClean="0">
                                    <a:latin typeface="Cambria Math" panose="02040503050406030204" pitchFamily="18" charset="0"/>
                                  </a:rPr>
                                  <m:t>𝑘</m:t>
                                </m:r>
                              </m:sub>
                            </m:sSub>
                            <m:r>
                              <a:rPr lang="fr-BE" sz="2800" b="0" i="1" smtClean="0">
                                <a:latin typeface="Cambria Math" panose="02040503050406030204" pitchFamily="18" charset="0"/>
                              </a:rPr>
                              <m:t>−</m:t>
                            </m:r>
                            <m:acc>
                              <m:accPr>
                                <m:chr m:val="̅"/>
                                <m:ctrlPr>
                                  <a:rPr lang="fr-BE" sz="2800" b="0" i="1" smtClean="0">
                                    <a:latin typeface="Cambria Math" panose="02040503050406030204" pitchFamily="18" charset="0"/>
                                  </a:rPr>
                                </m:ctrlPr>
                              </m:accPr>
                              <m:e>
                                <m:r>
                                  <a:rPr lang="fr-BE" sz="2800" b="0" i="1" smtClean="0">
                                    <a:latin typeface="Cambria Math" panose="02040503050406030204" pitchFamily="18" charset="0"/>
                                  </a:rPr>
                                  <m:t>𝑥</m:t>
                                </m:r>
                              </m:e>
                            </m:acc>
                            <m:r>
                              <a:rPr lang="fr-BE" sz="2800" b="0" i="1" smtClean="0">
                                <a:latin typeface="Cambria Math" panose="02040503050406030204" pitchFamily="18" charset="0"/>
                              </a:rPr>
                              <m:t>)</m:t>
                            </m:r>
                          </m:e>
                        </m:nary>
                      </m:num>
                      <m:den>
                        <m:r>
                          <a:rPr lang="fr-BE" sz="2800" b="0" i="1" smtClean="0">
                            <a:latin typeface="Cambria Math" panose="02040503050406030204" pitchFamily="18" charset="0"/>
                          </a:rPr>
                          <m:t>[</m:t>
                        </m:r>
                        <m:nary>
                          <m:naryPr>
                            <m:chr m:val="∑"/>
                            <m:ctrlPr>
                              <a:rPr lang="fr-BE" sz="2800" b="0" i="1" smtClean="0">
                                <a:latin typeface="Cambria Math" panose="02040503050406030204" pitchFamily="18" charset="0"/>
                              </a:rPr>
                            </m:ctrlPr>
                          </m:naryPr>
                          <m:sub>
                            <m:r>
                              <m:rPr>
                                <m:brk m:alnAt="23"/>
                              </m:rPr>
                              <a:rPr lang="fr-BE" sz="2800" b="0" i="1" smtClean="0">
                                <a:latin typeface="Cambria Math" panose="02040503050406030204" pitchFamily="18" charset="0"/>
                              </a:rPr>
                              <m:t>𝑡</m:t>
                            </m:r>
                            <m:r>
                              <a:rPr lang="fr-BE" sz="2800" b="0" i="1" smtClean="0">
                                <a:latin typeface="Cambria Math" panose="02040503050406030204" pitchFamily="18" charset="0"/>
                              </a:rPr>
                              <m:t>=0</m:t>
                            </m:r>
                          </m:sub>
                          <m:sup>
                            <m:r>
                              <a:rPr lang="fr-BE" sz="2800" b="0" i="1" smtClean="0">
                                <a:latin typeface="Cambria Math" panose="02040503050406030204" pitchFamily="18" charset="0"/>
                              </a:rPr>
                              <m:t>𝑛</m:t>
                            </m:r>
                            <m:r>
                              <a:rPr lang="fr-BE" sz="2800" b="0" i="1" smtClean="0">
                                <a:latin typeface="Cambria Math" panose="02040503050406030204" pitchFamily="18" charset="0"/>
                              </a:rPr>
                              <m:t>−1</m:t>
                            </m:r>
                          </m:sup>
                          <m:e>
                            <m:sSup>
                              <m:sSupPr>
                                <m:ctrlPr>
                                  <a:rPr lang="fr-BE" sz="2800" b="0" i="1" smtClean="0">
                                    <a:latin typeface="Cambria Math" panose="02040503050406030204" pitchFamily="18" charset="0"/>
                                  </a:rPr>
                                </m:ctrlPr>
                              </m:sSupPr>
                              <m:e>
                                <m:d>
                                  <m:dPr>
                                    <m:ctrlPr>
                                      <a:rPr lang="fr-BE" sz="2800" b="0" i="1" smtClean="0">
                                        <a:latin typeface="Cambria Math" panose="02040503050406030204" pitchFamily="18" charset="0"/>
                                      </a:rPr>
                                    </m:ctrlPr>
                                  </m:dPr>
                                  <m:e>
                                    <m:sSub>
                                      <m:sSubPr>
                                        <m:ctrlPr>
                                          <a:rPr lang="fr-BE" sz="2800" b="0" i="1" smtClean="0">
                                            <a:latin typeface="Cambria Math" panose="02040503050406030204" pitchFamily="18" charset="0"/>
                                          </a:rPr>
                                        </m:ctrlPr>
                                      </m:sSubPr>
                                      <m:e>
                                        <m:r>
                                          <a:rPr lang="fr-BE" sz="2800" b="0" i="1" smtClean="0">
                                            <a:latin typeface="Cambria Math" panose="02040503050406030204" pitchFamily="18" charset="0"/>
                                          </a:rPr>
                                          <m:t>𝑥</m:t>
                                        </m:r>
                                      </m:e>
                                      <m:sub>
                                        <m:r>
                                          <a:rPr lang="fr-BE" sz="2800" b="0" i="1" smtClean="0">
                                            <a:latin typeface="Cambria Math" panose="02040503050406030204" pitchFamily="18" charset="0"/>
                                          </a:rPr>
                                          <m:t>𝑡</m:t>
                                        </m:r>
                                      </m:sub>
                                    </m:sSub>
                                    <m:r>
                                      <a:rPr lang="fr-BE" sz="2800" b="0" i="1" smtClean="0">
                                        <a:latin typeface="Cambria Math" panose="02040503050406030204" pitchFamily="18" charset="0"/>
                                      </a:rPr>
                                      <m:t>−</m:t>
                                    </m:r>
                                    <m:acc>
                                      <m:accPr>
                                        <m:chr m:val="̅"/>
                                        <m:ctrlPr>
                                          <a:rPr lang="fr-BE" sz="2800" b="0" i="1" smtClean="0">
                                            <a:latin typeface="Cambria Math" panose="02040503050406030204" pitchFamily="18" charset="0"/>
                                          </a:rPr>
                                        </m:ctrlPr>
                                      </m:accPr>
                                      <m:e>
                                        <m:r>
                                          <a:rPr lang="fr-BE" sz="2800" b="0" i="1" smtClean="0">
                                            <a:latin typeface="Cambria Math" panose="02040503050406030204" pitchFamily="18" charset="0"/>
                                          </a:rPr>
                                          <m:t>𝑥</m:t>
                                        </m:r>
                                      </m:e>
                                    </m:acc>
                                  </m:e>
                                </m:d>
                              </m:e>
                              <m:sup>
                                <m:r>
                                  <a:rPr lang="fr-BE" sz="2800" b="0" i="1" smtClean="0">
                                    <a:latin typeface="Cambria Math" panose="02040503050406030204" pitchFamily="18" charset="0"/>
                                  </a:rPr>
                                  <m:t>2</m:t>
                                </m:r>
                              </m:sup>
                            </m:sSup>
                          </m:e>
                        </m:nary>
                        <m:r>
                          <a:rPr lang="fr-BE" sz="2800" b="0" i="1" smtClean="0">
                            <a:latin typeface="Cambria Math" panose="02040503050406030204" pitchFamily="18" charset="0"/>
                          </a:rPr>
                          <m:t>]</m:t>
                        </m:r>
                      </m:den>
                    </m:f>
                  </m:oMath>
                </a14:m>
                <a:r>
                  <a:rPr lang="en-GB" sz="2800" dirty="0"/>
                  <a:t> </a:t>
                </a:r>
              </a:p>
              <a:p>
                <a:pPr lvl="1"/>
                <a:r>
                  <a:rPr lang="en-GB" sz="2800" dirty="0"/>
                  <a:t>If we assume that </a:t>
                </a:r>
                <a14:m>
                  <m:oMath xmlns:m="http://schemas.openxmlformats.org/officeDocument/2006/math">
                    <m:acc>
                      <m:accPr>
                        <m:chr m:val="̅"/>
                        <m:ctrlPr>
                          <a:rPr lang="fr-BE" sz="2800" b="0" i="1" smtClean="0">
                            <a:latin typeface="Cambria Math" panose="02040503050406030204" pitchFamily="18" charset="0"/>
                          </a:rPr>
                        </m:ctrlPr>
                      </m:accPr>
                      <m:e>
                        <m:r>
                          <a:rPr lang="fr-BE" sz="2800" b="0" i="1" smtClean="0">
                            <a:latin typeface="Cambria Math" panose="02040503050406030204" pitchFamily="18" charset="0"/>
                          </a:rPr>
                          <m:t>𝑥</m:t>
                        </m:r>
                      </m:e>
                    </m:acc>
                    <m:r>
                      <a:rPr lang="fr-BE" sz="2800" b="0" i="1" smtClean="0">
                        <a:latin typeface="Cambria Math" panose="02040503050406030204" pitchFamily="18" charset="0"/>
                      </a:rPr>
                      <m:t>=0</m:t>
                    </m:r>
                  </m:oMath>
                </a14:m>
                <a:r>
                  <a:rPr lang="en-GB" sz="2800" dirty="0"/>
                  <a:t>, </a:t>
                </a:r>
                <a14:m>
                  <m:oMath xmlns:m="http://schemas.openxmlformats.org/officeDocument/2006/math">
                    <m:sSub>
                      <m:sSubPr>
                        <m:ctrlPr>
                          <a:rPr lang="fr-BE" sz="2800" b="0" i="1" smtClean="0">
                            <a:latin typeface="Cambria Math" panose="02040503050406030204" pitchFamily="18" charset="0"/>
                            <a:ea typeface="Cambria Math" panose="02040503050406030204" pitchFamily="18" charset="0"/>
                          </a:rPr>
                        </m:ctrlPr>
                      </m:sSubPr>
                      <m:e>
                        <m:r>
                          <a:rPr lang="fr-BE" sz="2800" b="0" i="1" smtClean="0">
                            <a:latin typeface="Cambria Math" panose="02040503050406030204" pitchFamily="18" charset="0"/>
                            <a:ea typeface="Cambria Math" panose="02040503050406030204" pitchFamily="18" charset="0"/>
                          </a:rPr>
                          <m:t>𝜌</m:t>
                        </m:r>
                      </m:e>
                      <m:sub>
                        <m:r>
                          <a:rPr lang="fr-BE" sz="2800" b="0" i="1" smtClean="0">
                            <a:latin typeface="Cambria Math" panose="02040503050406030204" pitchFamily="18" charset="0"/>
                          </a:rPr>
                          <m:t>𝑘</m:t>
                        </m:r>
                      </m:sub>
                    </m:sSub>
                    <m:r>
                      <a:rPr lang="fr-BE" sz="2800" b="0" i="1" smtClean="0">
                        <a:latin typeface="Cambria Math" panose="02040503050406030204" pitchFamily="18" charset="0"/>
                      </a:rPr>
                      <m:t>=</m:t>
                    </m:r>
                    <m:f>
                      <m:fPr>
                        <m:ctrlPr>
                          <a:rPr lang="fr-BE" sz="2800" b="0" i="1" smtClean="0">
                            <a:latin typeface="Cambria Math" panose="02040503050406030204" pitchFamily="18" charset="0"/>
                          </a:rPr>
                        </m:ctrlPr>
                      </m:fPr>
                      <m:num>
                        <m:nary>
                          <m:naryPr>
                            <m:chr m:val="∑"/>
                            <m:ctrlPr>
                              <a:rPr lang="fr-BE" sz="2800" b="0" i="1" smtClean="0">
                                <a:latin typeface="Cambria Math" panose="02040503050406030204" pitchFamily="18" charset="0"/>
                              </a:rPr>
                            </m:ctrlPr>
                          </m:naryPr>
                          <m:sub>
                            <m:r>
                              <m:rPr>
                                <m:brk m:alnAt="23"/>
                              </m:rPr>
                              <a:rPr lang="fr-BE" sz="2800" b="0" i="1" smtClean="0">
                                <a:latin typeface="Cambria Math" panose="02040503050406030204" pitchFamily="18" charset="0"/>
                              </a:rPr>
                              <m:t>𝑡</m:t>
                            </m:r>
                            <m:r>
                              <a:rPr lang="fr-BE" sz="2800" b="0" i="1" smtClean="0">
                                <a:latin typeface="Cambria Math" panose="02040503050406030204" pitchFamily="18" charset="0"/>
                              </a:rPr>
                              <m:t>=</m:t>
                            </m:r>
                            <m:r>
                              <a:rPr lang="fr-BE" sz="2800" b="0" i="1" smtClean="0">
                                <a:latin typeface="Cambria Math" panose="02040503050406030204" pitchFamily="18" charset="0"/>
                              </a:rPr>
                              <m:t>𝑘</m:t>
                            </m:r>
                          </m:sub>
                          <m:sup>
                            <m:r>
                              <a:rPr lang="fr-BE" sz="2800" b="0" i="1" smtClean="0">
                                <a:latin typeface="Cambria Math" panose="02040503050406030204" pitchFamily="18" charset="0"/>
                              </a:rPr>
                              <m:t>𝑛</m:t>
                            </m:r>
                            <m:r>
                              <a:rPr lang="fr-BE" sz="2800" b="0" i="1" smtClean="0">
                                <a:latin typeface="Cambria Math" panose="02040503050406030204" pitchFamily="18" charset="0"/>
                              </a:rPr>
                              <m:t>−1</m:t>
                            </m:r>
                          </m:sup>
                          <m:e>
                            <m:sSub>
                              <m:sSubPr>
                                <m:ctrlPr>
                                  <a:rPr lang="fr-BE" sz="2800" b="0" i="1" smtClean="0">
                                    <a:latin typeface="Cambria Math" panose="02040503050406030204" pitchFamily="18" charset="0"/>
                                  </a:rPr>
                                </m:ctrlPr>
                              </m:sSubPr>
                              <m:e>
                                <m:r>
                                  <a:rPr lang="fr-BE" sz="2800" b="0" i="1" smtClean="0">
                                    <a:latin typeface="Cambria Math" panose="02040503050406030204" pitchFamily="18" charset="0"/>
                                  </a:rPr>
                                  <m:t>𝑥</m:t>
                                </m:r>
                              </m:e>
                              <m:sub>
                                <m:r>
                                  <a:rPr lang="fr-BE" sz="2800" b="0" i="1" smtClean="0">
                                    <a:latin typeface="Cambria Math" panose="02040503050406030204" pitchFamily="18" charset="0"/>
                                  </a:rPr>
                                  <m:t>𝑡</m:t>
                                </m:r>
                              </m:sub>
                            </m:sSub>
                            <m:sSub>
                              <m:sSubPr>
                                <m:ctrlPr>
                                  <a:rPr lang="fr-BE" sz="2800" b="0" i="1" smtClean="0">
                                    <a:latin typeface="Cambria Math" panose="02040503050406030204" pitchFamily="18" charset="0"/>
                                  </a:rPr>
                                </m:ctrlPr>
                              </m:sSubPr>
                              <m:e>
                                <m:r>
                                  <a:rPr lang="fr-BE" sz="2800" b="0" i="1" smtClean="0">
                                    <a:latin typeface="Cambria Math" panose="02040503050406030204" pitchFamily="18" charset="0"/>
                                  </a:rPr>
                                  <m:t>𝑥</m:t>
                                </m:r>
                              </m:e>
                              <m:sub>
                                <m:r>
                                  <a:rPr lang="fr-BE" sz="2800" b="0" i="1" smtClean="0">
                                    <a:latin typeface="Cambria Math" panose="02040503050406030204" pitchFamily="18" charset="0"/>
                                  </a:rPr>
                                  <m:t>𝑡</m:t>
                                </m:r>
                                <m:r>
                                  <a:rPr lang="fr-BE" sz="2800" b="0" i="1" smtClean="0">
                                    <a:latin typeface="Cambria Math" panose="02040503050406030204" pitchFamily="18" charset="0"/>
                                  </a:rPr>
                                  <m:t>−</m:t>
                                </m:r>
                                <m:r>
                                  <a:rPr lang="fr-BE" sz="2800" b="0" i="1" smtClean="0">
                                    <a:latin typeface="Cambria Math" panose="02040503050406030204" pitchFamily="18" charset="0"/>
                                  </a:rPr>
                                  <m:t>𝑘</m:t>
                                </m:r>
                              </m:sub>
                            </m:sSub>
                          </m:e>
                        </m:nary>
                      </m:num>
                      <m:den>
                        <m:r>
                          <a:rPr lang="fr-BE" sz="2800" b="0" i="1" smtClean="0">
                            <a:latin typeface="Cambria Math" panose="02040503050406030204" pitchFamily="18" charset="0"/>
                          </a:rPr>
                          <m:t>[</m:t>
                        </m:r>
                        <m:nary>
                          <m:naryPr>
                            <m:chr m:val="∑"/>
                            <m:ctrlPr>
                              <a:rPr lang="fr-BE" sz="2800" b="0" i="1" smtClean="0">
                                <a:latin typeface="Cambria Math" panose="02040503050406030204" pitchFamily="18" charset="0"/>
                              </a:rPr>
                            </m:ctrlPr>
                          </m:naryPr>
                          <m:sub>
                            <m:r>
                              <m:rPr>
                                <m:brk m:alnAt="23"/>
                              </m:rPr>
                              <a:rPr lang="fr-BE" sz="2800" b="0" i="1" smtClean="0">
                                <a:latin typeface="Cambria Math" panose="02040503050406030204" pitchFamily="18" charset="0"/>
                              </a:rPr>
                              <m:t>𝑡</m:t>
                            </m:r>
                            <m:r>
                              <a:rPr lang="fr-BE" sz="2800" b="0" i="1" smtClean="0">
                                <a:latin typeface="Cambria Math" panose="02040503050406030204" pitchFamily="18" charset="0"/>
                              </a:rPr>
                              <m:t>=0</m:t>
                            </m:r>
                          </m:sub>
                          <m:sup>
                            <m:r>
                              <a:rPr lang="fr-BE" sz="2800" b="0" i="1" smtClean="0">
                                <a:latin typeface="Cambria Math" panose="02040503050406030204" pitchFamily="18" charset="0"/>
                              </a:rPr>
                              <m:t>𝑛</m:t>
                            </m:r>
                            <m:r>
                              <a:rPr lang="fr-BE" sz="2800" b="0" i="1" smtClean="0">
                                <a:latin typeface="Cambria Math" panose="02040503050406030204" pitchFamily="18" charset="0"/>
                              </a:rPr>
                              <m:t>−1</m:t>
                            </m:r>
                          </m:sup>
                          <m:e>
                            <m:sSup>
                              <m:sSupPr>
                                <m:ctrlPr>
                                  <a:rPr lang="fr-BE" sz="2800" b="0" i="1" smtClean="0">
                                    <a:latin typeface="Cambria Math" panose="02040503050406030204" pitchFamily="18" charset="0"/>
                                  </a:rPr>
                                </m:ctrlPr>
                              </m:sSupPr>
                              <m:e>
                                <m:sSub>
                                  <m:sSubPr>
                                    <m:ctrlPr>
                                      <a:rPr lang="fr-BE" sz="2800" b="0" i="1" smtClean="0">
                                        <a:latin typeface="Cambria Math" panose="02040503050406030204" pitchFamily="18" charset="0"/>
                                      </a:rPr>
                                    </m:ctrlPr>
                                  </m:sSubPr>
                                  <m:e>
                                    <m:r>
                                      <a:rPr lang="fr-BE" sz="2800" b="0" i="1" smtClean="0">
                                        <a:latin typeface="Cambria Math" panose="02040503050406030204" pitchFamily="18" charset="0"/>
                                      </a:rPr>
                                      <m:t>𝑥</m:t>
                                    </m:r>
                                  </m:e>
                                  <m:sub>
                                    <m:r>
                                      <a:rPr lang="fr-BE" sz="2800" b="0" i="1" smtClean="0">
                                        <a:latin typeface="Cambria Math" panose="02040503050406030204" pitchFamily="18" charset="0"/>
                                      </a:rPr>
                                      <m:t>𝑡</m:t>
                                    </m:r>
                                  </m:sub>
                                </m:sSub>
                              </m:e>
                              <m:sup>
                                <m:r>
                                  <a:rPr lang="fr-BE" sz="2800" b="0" i="1" smtClean="0">
                                    <a:latin typeface="Cambria Math" panose="02040503050406030204" pitchFamily="18" charset="0"/>
                                  </a:rPr>
                                  <m:t>2</m:t>
                                </m:r>
                              </m:sup>
                            </m:sSup>
                          </m:e>
                        </m:nary>
                        <m:r>
                          <a:rPr lang="fr-BE" sz="2800" b="0" i="1" smtClean="0">
                            <a:latin typeface="Cambria Math" panose="02040503050406030204" pitchFamily="18" charset="0"/>
                          </a:rPr>
                          <m:t>]</m:t>
                        </m:r>
                      </m:den>
                    </m:f>
                  </m:oMath>
                </a14:m>
                <a:endParaRPr lang="en-GB" dirty="0"/>
              </a:p>
            </p:txBody>
          </p:sp>
        </mc:Choice>
        <mc:Fallback>
          <p:sp>
            <p:nvSpPr>
              <p:cNvPr id="3" name="Content Placeholder 2">
                <a:extLst>
                  <a:ext uri="{FF2B5EF4-FFF2-40B4-BE49-F238E27FC236}">
                    <a16:creationId xmlns:a16="http://schemas.microsoft.com/office/drawing/2014/main" id="{2DE0653D-53CC-4553-9F52-C8EAC4239A42}"/>
                  </a:ext>
                </a:extLst>
              </p:cNvPr>
              <p:cNvSpPr>
                <a:spLocks noGrp="1" noRot="1" noChangeAspect="1" noMove="1" noResize="1" noEditPoints="1" noAdjustHandles="1" noChangeArrowheads="1" noChangeShapeType="1" noTextEdit="1"/>
              </p:cNvSpPr>
              <p:nvPr>
                <p:ph sz="half" idx="2"/>
              </p:nvPr>
            </p:nvSpPr>
            <p:spPr>
              <a:blipFill>
                <a:blip r:embed="rId2"/>
                <a:stretch>
                  <a:fillRect l="-754" t="-2439"/>
                </a:stretch>
              </a:blipFill>
            </p:spPr>
            <p:txBody>
              <a:bodyPr/>
              <a:lstStyle/>
              <a:p>
                <a:r>
                  <a:rPr lang="en-GB">
                    <a:noFill/>
                  </a:rPr>
                  <a:t> </a:t>
                </a:r>
              </a:p>
            </p:txBody>
          </p:sp>
        </mc:Fallback>
      </mc:AlternateContent>
      <p:sp>
        <p:nvSpPr>
          <p:cNvPr id="5" name="Footer Placeholder 4">
            <a:extLst>
              <a:ext uri="{FF2B5EF4-FFF2-40B4-BE49-F238E27FC236}">
                <a16:creationId xmlns:a16="http://schemas.microsoft.com/office/drawing/2014/main" id="{895A03A5-F491-495C-8E09-2C200D696302}"/>
              </a:ext>
            </a:extLst>
          </p:cNvPr>
          <p:cNvSpPr>
            <a:spLocks noGrp="1"/>
          </p:cNvSpPr>
          <p:nvPr>
            <p:ph type="ftr" sz="quarter" idx="4294967295"/>
          </p:nvPr>
        </p:nvSpPr>
        <p:spPr>
          <a:xfrm>
            <a:off x="0" y="0"/>
            <a:ext cx="0" cy="0"/>
          </a:xfrm>
        </p:spPr>
        <p:txBody>
          <a:bodyPr/>
          <a:lstStyle/>
          <a:p>
            <a:r>
              <a:rPr lang="en-GB"/>
              <a:t>Time Series</a:t>
            </a:r>
          </a:p>
        </p:txBody>
      </p:sp>
    </p:spTree>
    <p:extLst>
      <p:ext uri="{BB962C8B-B14F-4D97-AF65-F5344CB8AC3E}">
        <p14:creationId xmlns:p14="http://schemas.microsoft.com/office/powerpoint/2010/main" val="21287269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B1216-2EA9-7A0A-3C41-BB71337745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4CCCD4-9DC8-CF79-F09C-D99F8C248F5F}"/>
              </a:ext>
            </a:extLst>
          </p:cNvPr>
          <p:cNvSpPr>
            <a:spLocks noGrp="1"/>
          </p:cNvSpPr>
          <p:nvPr>
            <p:ph type="title"/>
          </p:nvPr>
        </p:nvSpPr>
        <p:spPr/>
        <p:txBody>
          <a:bodyPr/>
          <a:lstStyle/>
          <a:p>
            <a:r>
              <a:rPr lang="en-GB" dirty="0"/>
              <a:t>3. Basic tools (cont.)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508C413-EA68-1DAB-E5A5-BF537176310E}"/>
                  </a:ext>
                </a:extLst>
              </p:cNvPr>
              <p:cNvSpPr>
                <a:spLocks noGrp="1"/>
              </p:cNvSpPr>
              <p:nvPr>
                <p:ph sz="half" idx="2"/>
              </p:nvPr>
            </p:nvSpPr>
            <p:spPr>
              <a:xfrm>
                <a:off x="970722" y="1280160"/>
                <a:ext cx="10515597" cy="4815967"/>
              </a:xfrm>
            </p:spPr>
            <p:txBody>
              <a:bodyPr>
                <a:normAutofit fontScale="92500" lnSpcReduction="10000"/>
              </a:bodyPr>
              <a:lstStyle/>
              <a:p>
                <a:r>
                  <a:rPr lang="en-GB" dirty="0"/>
                  <a:t>Periodogram </a:t>
                </a:r>
                <a:r>
                  <a:rPr lang="en-GB" sz="1800" dirty="0">
                    <a:solidFill>
                      <a:srgbClr val="0070C0"/>
                    </a:solidFill>
                  </a:rPr>
                  <a:t>(see JD+_Seasonality_final_version.docx, pages 12-14)</a:t>
                </a:r>
                <a:r>
                  <a:rPr lang="en-GB" dirty="0"/>
                  <a:t>.</a:t>
                </a:r>
              </a:p>
              <a:p>
                <a:pPr lvl="1"/>
                <a:r>
                  <a:rPr lang="en-GB" dirty="0"/>
                  <a:t>Discrete Fourier’s transform of the series </a:t>
                </a:r>
                <a14:m>
                  <m:oMath xmlns:m="http://schemas.openxmlformats.org/officeDocument/2006/math">
                    <m:sSub>
                      <m:sSubPr>
                        <m:ctrlPr>
                          <a:rPr lang="fr-BE" b="0" i="1" smtClean="0">
                            <a:latin typeface="Cambria Math" panose="02040503050406030204" pitchFamily="18" charset="0"/>
                          </a:rPr>
                        </m:ctrlPr>
                      </m:sSubPr>
                      <m:e>
                        <m:d>
                          <m:dPr>
                            <m:begChr m:val="{"/>
                            <m:endChr m:val="}"/>
                            <m:ctrlPr>
                              <a:rPr lang="fr-BE" b="0" i="1" smtClean="0">
                                <a:latin typeface="Cambria Math" panose="02040503050406030204" pitchFamily="18" charset="0"/>
                              </a:rPr>
                            </m:ctrlPr>
                          </m:dPr>
                          <m:e>
                            <m:sSub>
                              <m:sSubPr>
                                <m:ctrlPr>
                                  <a:rPr lang="fr-BE" b="0" i="1" smtClean="0">
                                    <a:latin typeface="Cambria Math" panose="02040503050406030204" pitchFamily="18" charset="0"/>
                                  </a:rPr>
                                </m:ctrlPr>
                              </m:sSubPr>
                              <m:e>
                                <m:r>
                                  <a:rPr lang="fr-BE" b="0" i="1" smtClean="0">
                                    <a:latin typeface="Cambria Math" panose="02040503050406030204" pitchFamily="18" charset="0"/>
                                  </a:rPr>
                                  <m:t>𝑥</m:t>
                                </m:r>
                              </m:e>
                              <m:sub>
                                <m:r>
                                  <a:rPr lang="fr-BE" i="1">
                                    <a:latin typeface="Cambria Math" panose="02040503050406030204" pitchFamily="18" charset="0"/>
                                  </a:rPr>
                                  <m:t>𝑗</m:t>
                                </m:r>
                              </m:sub>
                            </m:sSub>
                          </m:e>
                        </m:d>
                      </m:e>
                      <m:sub>
                        <m:r>
                          <a:rPr lang="fr-BE" i="1">
                            <a:latin typeface="Cambria Math" panose="02040503050406030204" pitchFamily="18" charset="0"/>
                            <a:ea typeface="Cambria Math" panose="02040503050406030204" pitchFamily="18" charset="0"/>
                          </a:rPr>
                          <m:t>0≤</m:t>
                        </m:r>
                        <m:r>
                          <a:rPr lang="fr-BE" i="1">
                            <a:latin typeface="Cambria Math" panose="02040503050406030204" pitchFamily="18" charset="0"/>
                            <a:ea typeface="Cambria Math" panose="02040503050406030204" pitchFamily="18" charset="0"/>
                          </a:rPr>
                          <m:t>𝑗</m:t>
                        </m:r>
                        <m:r>
                          <a:rPr lang="fr-BE" i="1">
                            <a:latin typeface="Cambria Math" panose="02040503050406030204" pitchFamily="18" charset="0"/>
                            <a:ea typeface="Cambria Math" panose="02040503050406030204" pitchFamily="18" charset="0"/>
                          </a:rPr>
                          <m:t>&lt;</m:t>
                        </m:r>
                        <m:r>
                          <a:rPr lang="fr-BE" i="1">
                            <a:latin typeface="Cambria Math" panose="02040503050406030204" pitchFamily="18" charset="0"/>
                            <a:ea typeface="Cambria Math" panose="02040503050406030204" pitchFamily="18" charset="0"/>
                          </a:rPr>
                          <m:t>𝑛</m:t>
                        </m:r>
                        <m:r>
                          <m:rPr>
                            <m:nor/>
                          </m:rPr>
                          <a:rPr lang="en-GB" i="0" dirty="0"/>
                          <m:t> </m:t>
                        </m:r>
                      </m:sub>
                    </m:sSub>
                  </m:oMath>
                </a14:m>
                <a:endParaRPr lang="en-GB" dirty="0"/>
              </a:p>
              <a:p>
                <a:pPr marL="1028700" lvl="2" indent="0">
                  <a:buNone/>
                </a:pPr>
                <a:r>
                  <a:rPr lang="en-GB" dirty="0"/>
                  <a:t>Fourier frequencies: </a:t>
                </a:r>
                <a14:m>
                  <m:oMath xmlns:m="http://schemas.openxmlformats.org/officeDocument/2006/math">
                    <m:sSub>
                      <m:sSubPr>
                        <m:ctrlPr>
                          <a:rPr lang="en-GB" i="1" smtClean="0">
                            <a:latin typeface="Cambria Math" panose="02040503050406030204" pitchFamily="18" charset="0"/>
                            <a:ea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𝜔</m:t>
                        </m:r>
                      </m:e>
                      <m:sub>
                        <m:r>
                          <a:rPr lang="fr-BE" b="0" i="1" smtClean="0">
                            <a:latin typeface="Cambria Math" panose="02040503050406030204" pitchFamily="18" charset="0"/>
                          </a:rPr>
                          <m:t>𝑘</m:t>
                        </m:r>
                      </m:sub>
                    </m:sSub>
                    <m:r>
                      <a:rPr lang="fr-BE" b="0" i="1" smtClean="0">
                        <a:latin typeface="Cambria Math" panose="02040503050406030204" pitchFamily="18" charset="0"/>
                      </a:rPr>
                      <m:t>=</m:t>
                    </m:r>
                    <m:f>
                      <m:fPr>
                        <m:ctrlPr>
                          <a:rPr lang="fr-BE" i="1">
                            <a:latin typeface="Cambria Math" panose="02040503050406030204" pitchFamily="18" charset="0"/>
                            <a:ea typeface="Cambria Math" panose="02040503050406030204" pitchFamily="18" charset="0"/>
                          </a:rPr>
                        </m:ctrlPr>
                      </m:fPr>
                      <m:num>
                        <m:r>
                          <a:rPr lang="fr-BE" i="1">
                            <a:latin typeface="Cambria Math" panose="02040503050406030204" pitchFamily="18" charset="0"/>
                            <a:ea typeface="Cambria Math" panose="02040503050406030204" pitchFamily="18" charset="0"/>
                          </a:rPr>
                          <m:t>2</m:t>
                        </m:r>
                        <m:r>
                          <a:rPr lang="fr-BE" i="1">
                            <a:latin typeface="Cambria Math" panose="02040503050406030204" pitchFamily="18" charset="0"/>
                            <a:ea typeface="Cambria Math" panose="02040503050406030204" pitchFamily="18" charset="0"/>
                          </a:rPr>
                          <m:t>𝜋</m:t>
                        </m:r>
                      </m:num>
                      <m:den>
                        <m:r>
                          <a:rPr lang="fr-BE" i="1">
                            <a:latin typeface="Cambria Math" panose="02040503050406030204" pitchFamily="18" charset="0"/>
                            <a:ea typeface="Cambria Math" panose="02040503050406030204" pitchFamily="18" charset="0"/>
                          </a:rPr>
                          <m:t>𝑛</m:t>
                        </m:r>
                      </m:den>
                    </m:f>
                    <m:r>
                      <a:rPr lang="fr-BE" i="1">
                        <a:latin typeface="Cambria Math" panose="02040503050406030204" pitchFamily="18" charset="0"/>
                        <a:ea typeface="Cambria Math" panose="02040503050406030204" pitchFamily="18" charset="0"/>
                      </a:rPr>
                      <m:t>𝑗</m:t>
                    </m:r>
                    <m:r>
                      <a:rPr lang="fr-BE" i="1">
                        <a:latin typeface="Cambria Math" panose="02040503050406030204" pitchFamily="18" charset="0"/>
                        <a:ea typeface="Cambria Math" panose="02040503050406030204" pitchFamily="18" charset="0"/>
                      </a:rPr>
                      <m:t>,     0≤</m:t>
                    </m:r>
                    <m:r>
                      <a:rPr lang="fr-BE" i="1">
                        <a:latin typeface="Cambria Math" panose="02040503050406030204" pitchFamily="18" charset="0"/>
                        <a:ea typeface="Cambria Math" panose="02040503050406030204" pitchFamily="18" charset="0"/>
                      </a:rPr>
                      <m:t>𝑗</m:t>
                    </m:r>
                    <m:r>
                      <a:rPr lang="fr-BE" i="1">
                        <a:latin typeface="Cambria Math" panose="02040503050406030204" pitchFamily="18" charset="0"/>
                        <a:ea typeface="Cambria Math" panose="02040503050406030204" pitchFamily="18" charset="0"/>
                      </a:rPr>
                      <m:t>&lt;</m:t>
                    </m:r>
                    <m:r>
                      <a:rPr lang="fr-BE" i="1">
                        <a:latin typeface="Cambria Math" panose="02040503050406030204" pitchFamily="18" charset="0"/>
                        <a:ea typeface="Cambria Math" panose="02040503050406030204" pitchFamily="18" charset="0"/>
                      </a:rPr>
                      <m:t>𝑛</m:t>
                    </m:r>
                  </m:oMath>
                </a14:m>
                <a:endParaRPr lang="en-GB" dirty="0"/>
              </a:p>
              <a:p>
                <a:pPr marL="1028700" lvl="2" indent="0">
                  <a:buNone/>
                </a:pPr>
                <a14:m>
                  <m:oMath xmlns:m="http://schemas.openxmlformats.org/officeDocument/2006/math">
                    <m:sSub>
                      <m:sSubPr>
                        <m:ctrlPr>
                          <a:rPr lang="fr-BE" b="1" i="1" smtClean="0">
                            <a:latin typeface="Cambria Math" panose="02040503050406030204" pitchFamily="18" charset="0"/>
                          </a:rPr>
                        </m:ctrlPr>
                      </m:sSubPr>
                      <m:e>
                        <m:r>
                          <a:rPr lang="fr-BE" b="1" i="1" smtClean="0">
                            <a:latin typeface="Cambria Math" panose="02040503050406030204" pitchFamily="18" charset="0"/>
                          </a:rPr>
                          <m:t>𝒆</m:t>
                        </m:r>
                      </m:e>
                      <m:sub>
                        <m:r>
                          <a:rPr lang="fr-BE" b="0" i="1" smtClean="0">
                            <a:latin typeface="Cambria Math" panose="02040503050406030204" pitchFamily="18" charset="0"/>
                          </a:rPr>
                          <m:t>𝑗</m:t>
                        </m:r>
                      </m:sub>
                    </m:sSub>
                    <m:r>
                      <a:rPr lang="fr-BE" b="0" i="1" smtClean="0">
                        <a:latin typeface="Cambria Math" panose="02040503050406030204" pitchFamily="18" charset="0"/>
                      </a:rPr>
                      <m:t>=</m:t>
                    </m:r>
                  </m:oMath>
                </a14:m>
                <a:r>
                  <a:rPr lang="fr-BE" dirty="0"/>
                  <a:t> </a:t>
                </a:r>
                <a14:m>
                  <m:oMath xmlns:m="http://schemas.openxmlformats.org/officeDocument/2006/math">
                    <m:sSup>
                      <m:sSupPr>
                        <m:ctrlPr>
                          <a:rPr lang="fr-BE" i="1">
                            <a:latin typeface="Cambria Math" panose="02040503050406030204" pitchFamily="18" charset="0"/>
                          </a:rPr>
                        </m:ctrlPr>
                      </m:sSupPr>
                      <m:e>
                        <m:r>
                          <a:rPr lang="fr-BE" i="1">
                            <a:latin typeface="Cambria Math" panose="02040503050406030204" pitchFamily="18" charset="0"/>
                          </a:rPr>
                          <m:t>𝑛</m:t>
                        </m:r>
                      </m:e>
                      <m:sup>
                        <m:r>
                          <a:rPr lang="fr-BE" i="1">
                            <a:latin typeface="Cambria Math" panose="02040503050406030204" pitchFamily="18" charset="0"/>
                          </a:rPr>
                          <m:t>−</m:t>
                        </m:r>
                        <m:f>
                          <m:fPr>
                            <m:type m:val="skw"/>
                            <m:ctrlPr>
                              <a:rPr lang="fr-BE" i="1">
                                <a:latin typeface="Cambria Math" panose="02040503050406030204" pitchFamily="18" charset="0"/>
                              </a:rPr>
                            </m:ctrlPr>
                          </m:fPr>
                          <m:num>
                            <m:r>
                              <a:rPr lang="fr-BE" i="1">
                                <a:latin typeface="Cambria Math" panose="02040503050406030204" pitchFamily="18" charset="0"/>
                              </a:rPr>
                              <m:t>1</m:t>
                            </m:r>
                          </m:num>
                          <m:den>
                            <m:r>
                              <a:rPr lang="fr-BE" i="1">
                                <a:latin typeface="Cambria Math" panose="02040503050406030204" pitchFamily="18" charset="0"/>
                              </a:rPr>
                              <m:t>2</m:t>
                            </m:r>
                          </m:den>
                        </m:f>
                      </m:sup>
                    </m:sSup>
                    <m:r>
                      <a:rPr lang="fr-BE" b="0" i="0" smtClean="0">
                        <a:latin typeface="Cambria Math" panose="02040503050406030204" pitchFamily="18" charset="0"/>
                      </a:rPr>
                      <m:t>(</m:t>
                    </m:r>
                    <m:sSup>
                      <m:sSupPr>
                        <m:ctrlPr>
                          <a:rPr lang="fr-BE" b="0" i="1" smtClean="0">
                            <a:latin typeface="Cambria Math" panose="02040503050406030204" pitchFamily="18" charset="0"/>
                          </a:rPr>
                        </m:ctrlPr>
                      </m:sSupPr>
                      <m:e>
                        <m:r>
                          <a:rPr lang="fr-BE" b="0" i="1" smtClean="0">
                            <a:latin typeface="Cambria Math" panose="02040503050406030204" pitchFamily="18" charset="0"/>
                          </a:rPr>
                          <m:t>𝑒</m:t>
                        </m:r>
                      </m:e>
                      <m:sup>
                        <m:r>
                          <a:rPr lang="fr-BE" b="0" i="1" smtClean="0">
                            <a:latin typeface="Cambria Math" panose="02040503050406030204" pitchFamily="18" charset="0"/>
                          </a:rPr>
                          <m:t>𝑖</m:t>
                        </m:r>
                        <m:sSub>
                          <m:sSubPr>
                            <m:ctrlPr>
                              <a:rPr lang="fr-BE" b="0" i="1" smtClean="0">
                                <a:latin typeface="Cambria Math" panose="02040503050406030204" pitchFamily="18" charset="0"/>
                                <a:ea typeface="Cambria Math" panose="02040503050406030204" pitchFamily="18" charset="0"/>
                              </a:rPr>
                            </m:ctrlPr>
                          </m:sSubPr>
                          <m:e>
                            <m:r>
                              <a:rPr lang="fr-BE" b="0" i="1" smtClean="0">
                                <a:latin typeface="Cambria Math" panose="02040503050406030204" pitchFamily="18" charset="0"/>
                                <a:ea typeface="Cambria Math" panose="02040503050406030204" pitchFamily="18" charset="0"/>
                              </a:rPr>
                              <m:t>𝜔</m:t>
                            </m:r>
                          </m:e>
                          <m:sub>
                            <m:r>
                              <a:rPr lang="fr-BE" b="0" i="1" smtClean="0">
                                <a:latin typeface="Cambria Math" panose="02040503050406030204" pitchFamily="18" charset="0"/>
                              </a:rPr>
                              <m:t>𝑗</m:t>
                            </m:r>
                          </m:sub>
                        </m:sSub>
                      </m:sup>
                    </m:sSup>
                    <m:r>
                      <a:rPr lang="fr-BE" b="0" i="1" smtClean="0">
                        <a:latin typeface="Cambria Math" panose="02040503050406030204" pitchFamily="18" charset="0"/>
                      </a:rPr>
                      <m:t>,</m:t>
                    </m:r>
                    <m:sSup>
                      <m:sSupPr>
                        <m:ctrlPr>
                          <a:rPr lang="fr-BE" i="1">
                            <a:latin typeface="Cambria Math" panose="02040503050406030204" pitchFamily="18" charset="0"/>
                          </a:rPr>
                        </m:ctrlPr>
                      </m:sSupPr>
                      <m:e>
                        <m:r>
                          <a:rPr lang="fr-BE" i="1">
                            <a:latin typeface="Cambria Math" panose="02040503050406030204" pitchFamily="18" charset="0"/>
                          </a:rPr>
                          <m:t>𝑒</m:t>
                        </m:r>
                      </m:e>
                      <m:sup>
                        <m:r>
                          <a:rPr lang="fr-BE" i="1">
                            <a:latin typeface="Cambria Math" panose="02040503050406030204" pitchFamily="18" charset="0"/>
                          </a:rPr>
                          <m:t>𝑖</m:t>
                        </m:r>
                        <m:r>
                          <a:rPr lang="fr-BE" b="0" i="1" smtClean="0">
                            <a:latin typeface="Cambria Math" panose="02040503050406030204" pitchFamily="18" charset="0"/>
                          </a:rPr>
                          <m:t>2</m:t>
                        </m:r>
                        <m:sSub>
                          <m:sSubPr>
                            <m:ctrlPr>
                              <a:rPr lang="fr-BE" i="1">
                                <a:latin typeface="Cambria Math" panose="02040503050406030204" pitchFamily="18" charset="0"/>
                                <a:ea typeface="Cambria Math" panose="02040503050406030204" pitchFamily="18" charset="0"/>
                              </a:rPr>
                            </m:ctrlPr>
                          </m:sSubPr>
                          <m:e>
                            <m:r>
                              <a:rPr lang="fr-BE" i="1">
                                <a:latin typeface="Cambria Math" panose="02040503050406030204" pitchFamily="18" charset="0"/>
                                <a:ea typeface="Cambria Math" panose="02040503050406030204" pitchFamily="18" charset="0"/>
                              </a:rPr>
                              <m:t>𝜔</m:t>
                            </m:r>
                          </m:e>
                          <m:sub>
                            <m:r>
                              <a:rPr lang="fr-BE" b="0" i="1" smtClean="0">
                                <a:latin typeface="Cambria Math" panose="02040503050406030204" pitchFamily="18" charset="0"/>
                                <a:ea typeface="Cambria Math" panose="02040503050406030204" pitchFamily="18" charset="0"/>
                              </a:rPr>
                              <m:t>𝑗</m:t>
                            </m:r>
                          </m:sub>
                        </m:sSub>
                      </m:sup>
                    </m:sSup>
                    <m:r>
                      <a:rPr lang="fr-BE" b="0" i="1" smtClean="0">
                        <a:latin typeface="Cambria Math" panose="02040503050406030204" pitchFamily="18" charset="0"/>
                      </a:rPr>
                      <m:t>,…</m:t>
                    </m:r>
                  </m:oMath>
                </a14:m>
                <a:r>
                  <a:rPr lang="fr-BE" dirty="0"/>
                  <a:t> </a:t>
                </a:r>
                <a14:m>
                  <m:oMath xmlns:m="http://schemas.openxmlformats.org/officeDocument/2006/math">
                    <m:r>
                      <a:rPr lang="fr-BE">
                        <a:latin typeface="Cambria Math" panose="02040503050406030204" pitchFamily="18" charset="0"/>
                      </a:rPr>
                      <m:t>,</m:t>
                    </m:r>
                    <m:sSup>
                      <m:sSupPr>
                        <m:ctrlPr>
                          <a:rPr lang="fr-BE" i="1">
                            <a:latin typeface="Cambria Math" panose="02040503050406030204" pitchFamily="18" charset="0"/>
                          </a:rPr>
                        </m:ctrlPr>
                      </m:sSupPr>
                      <m:e>
                        <m:r>
                          <a:rPr lang="fr-BE" i="1">
                            <a:latin typeface="Cambria Math" panose="02040503050406030204" pitchFamily="18" charset="0"/>
                          </a:rPr>
                          <m:t>𝑒</m:t>
                        </m:r>
                      </m:e>
                      <m:sup>
                        <m:r>
                          <a:rPr lang="fr-BE" i="1">
                            <a:latin typeface="Cambria Math" panose="02040503050406030204" pitchFamily="18" charset="0"/>
                          </a:rPr>
                          <m:t>𝑖</m:t>
                        </m:r>
                        <m:r>
                          <a:rPr lang="fr-BE" b="0" i="1" smtClean="0">
                            <a:latin typeface="Cambria Math" panose="02040503050406030204" pitchFamily="18" charset="0"/>
                          </a:rPr>
                          <m:t>𝑛</m:t>
                        </m:r>
                        <m:sSub>
                          <m:sSubPr>
                            <m:ctrlPr>
                              <a:rPr lang="fr-BE" i="1">
                                <a:latin typeface="Cambria Math" panose="02040503050406030204" pitchFamily="18" charset="0"/>
                                <a:ea typeface="Cambria Math" panose="02040503050406030204" pitchFamily="18" charset="0"/>
                              </a:rPr>
                            </m:ctrlPr>
                          </m:sSubPr>
                          <m:e>
                            <m:r>
                              <a:rPr lang="fr-BE" i="1">
                                <a:latin typeface="Cambria Math" panose="02040503050406030204" pitchFamily="18" charset="0"/>
                                <a:ea typeface="Cambria Math" panose="02040503050406030204" pitchFamily="18" charset="0"/>
                              </a:rPr>
                              <m:t>𝜔</m:t>
                            </m:r>
                          </m:e>
                          <m:sub>
                            <m:r>
                              <a:rPr lang="fr-BE" b="0" i="1" smtClean="0">
                                <a:latin typeface="Cambria Math" panose="02040503050406030204" pitchFamily="18" charset="0"/>
                                <a:ea typeface="Cambria Math" panose="02040503050406030204" pitchFamily="18" charset="0"/>
                              </a:rPr>
                              <m:t>𝑗</m:t>
                            </m:r>
                          </m:sub>
                        </m:sSub>
                      </m:sup>
                    </m:sSup>
                  </m:oMath>
                </a14:m>
                <a:r>
                  <a:rPr lang="en-GB" dirty="0"/>
                  <a:t>),    </a:t>
                </a:r>
                <a14:m>
                  <m:oMath xmlns:m="http://schemas.openxmlformats.org/officeDocument/2006/math">
                    <m:sSub>
                      <m:sSubPr>
                        <m:ctrlPr>
                          <a:rPr lang="fr-BE" b="1" i="1" smtClean="0">
                            <a:latin typeface="Cambria Math" panose="02040503050406030204" pitchFamily="18" charset="0"/>
                          </a:rPr>
                        </m:ctrlPr>
                      </m:sSubPr>
                      <m:e>
                        <m:r>
                          <a:rPr lang="fr-BE" b="1" i="1" smtClean="0">
                            <a:latin typeface="Cambria Math" panose="02040503050406030204" pitchFamily="18" charset="0"/>
                          </a:rPr>
                          <m:t>𝑭</m:t>
                        </m:r>
                      </m:e>
                      <m:sub>
                        <m:r>
                          <a:rPr lang="fr-BE" b="1" i="1" smtClean="0">
                            <a:latin typeface="Cambria Math" panose="02040503050406030204" pitchFamily="18" charset="0"/>
                          </a:rPr>
                          <m:t>𝒏</m:t>
                        </m:r>
                      </m:sub>
                    </m:sSub>
                    <m:r>
                      <a:rPr lang="fr-BE" b="1" i="1" smtClean="0">
                        <a:latin typeface="Cambria Math" panose="02040503050406030204" pitchFamily="18" charset="0"/>
                      </a:rPr>
                      <m:t>=</m:t>
                    </m:r>
                    <m:d>
                      <m:dPr>
                        <m:begChr m:val="{"/>
                        <m:endChr m:val="}"/>
                        <m:ctrlPr>
                          <a:rPr lang="fr-BE" b="1" i="1">
                            <a:latin typeface="Cambria Math" panose="02040503050406030204" pitchFamily="18" charset="0"/>
                          </a:rPr>
                        </m:ctrlPr>
                      </m:dPr>
                      <m:e>
                        <m:sSub>
                          <m:sSubPr>
                            <m:ctrlPr>
                              <a:rPr lang="fr-BE" b="1" i="1">
                                <a:latin typeface="Cambria Math" panose="02040503050406030204" pitchFamily="18" charset="0"/>
                              </a:rPr>
                            </m:ctrlPr>
                          </m:sSubPr>
                          <m:e>
                            <m:r>
                              <a:rPr lang="fr-BE" b="1" i="1">
                                <a:latin typeface="Cambria Math" panose="02040503050406030204" pitchFamily="18" charset="0"/>
                              </a:rPr>
                              <m:t>𝒆</m:t>
                            </m:r>
                          </m:e>
                          <m:sub>
                            <m:r>
                              <a:rPr lang="fr-BE" b="1" i="1">
                                <a:latin typeface="Cambria Math" panose="02040503050406030204" pitchFamily="18" charset="0"/>
                              </a:rPr>
                              <m:t>𝒋</m:t>
                            </m:r>
                          </m:sub>
                        </m:sSub>
                      </m:e>
                    </m:d>
                  </m:oMath>
                </a14:m>
                <a:r>
                  <a:rPr lang="en-GB" dirty="0"/>
                  <a:t> orthonormal basis of </a:t>
                </a:r>
                <a14:m>
                  <m:oMath xmlns:m="http://schemas.openxmlformats.org/officeDocument/2006/math">
                    <m:sSup>
                      <m:sSupPr>
                        <m:ctrlPr>
                          <a:rPr lang="en-GB" i="1" smtClean="0">
                            <a:latin typeface="Cambria Math" panose="02040503050406030204" pitchFamily="18" charset="0"/>
                            <a:ea typeface="Cambria Math" panose="02040503050406030204" pitchFamily="18" charset="0"/>
                          </a:rPr>
                        </m:ctrlPr>
                      </m:sSupPr>
                      <m:e>
                        <m:r>
                          <a:rPr lang="en-GB" i="1" smtClean="0">
                            <a:latin typeface="Cambria Math" panose="02040503050406030204" pitchFamily="18" charset="0"/>
                            <a:ea typeface="Cambria Math" panose="02040503050406030204" pitchFamily="18" charset="0"/>
                          </a:rPr>
                          <m:t>ℂ</m:t>
                        </m:r>
                      </m:e>
                      <m:sup>
                        <m:r>
                          <a:rPr lang="fr-BE" b="0" i="1" smtClean="0">
                            <a:latin typeface="Cambria Math" panose="02040503050406030204" pitchFamily="18" charset="0"/>
                          </a:rPr>
                          <m:t>𝑛</m:t>
                        </m:r>
                      </m:sup>
                    </m:sSup>
                  </m:oMath>
                </a14:m>
                <a:r>
                  <a:rPr lang="en-GB" dirty="0"/>
                  <a:t> 	</a:t>
                </a:r>
                <a14:m>
                  <m:oMath xmlns:m="http://schemas.openxmlformats.org/officeDocument/2006/math">
                    <m:sSup>
                      <m:sSupPr>
                        <m:ctrlPr>
                          <a:rPr lang="fr-BE" sz="1500" b="0" i="1" smtClean="0">
                            <a:latin typeface="Cambria Math" panose="02040503050406030204" pitchFamily="18" charset="0"/>
                          </a:rPr>
                        </m:ctrlPr>
                      </m:sSupPr>
                      <m:e>
                        <m:r>
                          <a:rPr lang="fr-BE" sz="1500" b="0" i="1" smtClean="0">
                            <a:latin typeface="Cambria Math" panose="02040503050406030204" pitchFamily="18" charset="0"/>
                          </a:rPr>
                          <m:t>(</m:t>
                        </m:r>
                        <m:r>
                          <a:rPr lang="fr-BE" sz="1500" b="0" i="1" smtClean="0">
                            <a:latin typeface="Cambria Math" panose="02040503050406030204" pitchFamily="18" charset="0"/>
                          </a:rPr>
                          <m:t>𝑒</m:t>
                        </m:r>
                      </m:e>
                      <m:sup>
                        <m:r>
                          <a:rPr lang="fr-BE" sz="1500" b="0" i="1" smtClean="0">
                            <a:latin typeface="Cambria Math" panose="02040503050406030204" pitchFamily="18" charset="0"/>
                          </a:rPr>
                          <m:t>𝑖</m:t>
                        </m:r>
                        <m:r>
                          <a:rPr lang="fr-BE" sz="1500" i="1">
                            <a:latin typeface="Cambria Math" panose="02040503050406030204" pitchFamily="18" charset="0"/>
                            <a:ea typeface="Cambria Math" panose="02040503050406030204" pitchFamily="18" charset="0"/>
                          </a:rPr>
                          <m:t>𝜔</m:t>
                        </m:r>
                      </m:sup>
                    </m:sSup>
                    <m:r>
                      <a:rPr lang="fr-BE" sz="1500" b="0" i="1" smtClean="0">
                        <a:latin typeface="Cambria Math" panose="02040503050406030204" pitchFamily="18" charset="0"/>
                      </a:rPr>
                      <m:t>=</m:t>
                    </m:r>
                    <m:r>
                      <a:rPr lang="fr-BE" sz="1500" b="0" i="1" smtClean="0">
                        <a:latin typeface="Cambria Math" panose="02040503050406030204" pitchFamily="18" charset="0"/>
                      </a:rPr>
                      <m:t>𝑐𝑜𝑠</m:t>
                    </m:r>
                    <m:r>
                      <a:rPr lang="fr-BE" sz="1500" b="0" i="1" smtClean="0">
                        <a:latin typeface="Cambria Math" panose="02040503050406030204" pitchFamily="18" charset="0"/>
                        <a:ea typeface="Cambria Math" panose="02040503050406030204" pitchFamily="18" charset="0"/>
                      </a:rPr>
                      <m:t>𝜔</m:t>
                    </m:r>
                    <m:r>
                      <a:rPr lang="fr-BE" sz="1500" b="0" i="1" smtClean="0">
                        <a:latin typeface="Cambria Math" panose="02040503050406030204" pitchFamily="18" charset="0"/>
                        <a:ea typeface="Cambria Math" panose="02040503050406030204" pitchFamily="18" charset="0"/>
                      </a:rPr>
                      <m:t>+</m:t>
                    </m:r>
                    <m:r>
                      <a:rPr lang="fr-BE" sz="1500" b="0" i="1" smtClean="0">
                        <a:latin typeface="Cambria Math" panose="02040503050406030204" pitchFamily="18" charset="0"/>
                        <a:ea typeface="Cambria Math" panose="02040503050406030204" pitchFamily="18" charset="0"/>
                      </a:rPr>
                      <m:t>𝑖𝑠𝑖𝑛</m:t>
                    </m:r>
                    <m:r>
                      <a:rPr lang="fr-BE" sz="1500" b="0" i="1" smtClean="0">
                        <a:latin typeface="Cambria Math" panose="02040503050406030204" pitchFamily="18" charset="0"/>
                        <a:ea typeface="Cambria Math" panose="02040503050406030204" pitchFamily="18" charset="0"/>
                      </a:rPr>
                      <m:t>𝜔</m:t>
                    </m:r>
                    <m:r>
                      <a:rPr lang="fr-BE" sz="1500" b="0" i="1" smtClean="0">
                        <a:latin typeface="Cambria Math" panose="02040503050406030204" pitchFamily="18" charset="0"/>
                        <a:ea typeface="Cambria Math" panose="02040503050406030204" pitchFamily="18" charset="0"/>
                      </a:rPr>
                      <m:t>)</m:t>
                    </m:r>
                  </m:oMath>
                </a14:m>
                <a:endParaRPr lang="en-GB" dirty="0"/>
              </a:p>
              <a:p>
                <a:pPr marL="1028700" lvl="2" indent="0">
                  <a:buNone/>
                </a:pPr>
                <a14:m>
                  <m:oMath xmlns:m="http://schemas.openxmlformats.org/officeDocument/2006/math">
                    <m:r>
                      <a:rPr lang="fr-BE" i="1" smtClean="0">
                        <a:latin typeface="Cambria Math" panose="02040503050406030204" pitchFamily="18" charset="0"/>
                      </a:rPr>
                      <m:t>𝑥</m:t>
                    </m:r>
                    <m:r>
                      <a:rPr lang="fr-BE" b="0" i="1" smtClean="0">
                        <a:latin typeface="Cambria Math" panose="02040503050406030204" pitchFamily="18" charset="0"/>
                      </a:rPr>
                      <m:t>=</m:t>
                    </m:r>
                    <m:nary>
                      <m:naryPr>
                        <m:chr m:val="∑"/>
                        <m:limLoc m:val="subSup"/>
                        <m:supHide m:val="on"/>
                        <m:ctrlPr>
                          <a:rPr lang="fr-BE" i="1">
                            <a:latin typeface="Cambria Math" panose="02040503050406030204" pitchFamily="18" charset="0"/>
                            <a:ea typeface="Cambria Math" panose="02040503050406030204" pitchFamily="18" charset="0"/>
                          </a:rPr>
                        </m:ctrlPr>
                      </m:naryPr>
                      <m:sub>
                        <m:r>
                          <a:rPr lang="fr-BE" i="1">
                            <a:latin typeface="Cambria Math" panose="02040503050406030204" pitchFamily="18" charset="0"/>
                            <a:ea typeface="Cambria Math" panose="02040503050406030204" pitchFamily="18" charset="0"/>
                          </a:rPr>
                          <m:t>0≤</m:t>
                        </m:r>
                        <m:r>
                          <a:rPr lang="fr-BE" i="1">
                            <a:latin typeface="Cambria Math" panose="02040503050406030204" pitchFamily="18" charset="0"/>
                            <a:ea typeface="Cambria Math" panose="02040503050406030204" pitchFamily="18" charset="0"/>
                          </a:rPr>
                          <m:t>𝑗</m:t>
                        </m:r>
                        <m:r>
                          <a:rPr lang="fr-BE" i="1">
                            <a:latin typeface="Cambria Math" panose="02040503050406030204" pitchFamily="18" charset="0"/>
                            <a:ea typeface="Cambria Math" panose="02040503050406030204" pitchFamily="18" charset="0"/>
                          </a:rPr>
                          <m:t>&lt;</m:t>
                        </m:r>
                        <m:r>
                          <a:rPr lang="fr-BE" i="1">
                            <a:latin typeface="Cambria Math" panose="02040503050406030204" pitchFamily="18" charset="0"/>
                            <a:ea typeface="Cambria Math" panose="02040503050406030204" pitchFamily="18" charset="0"/>
                          </a:rPr>
                          <m:t>𝑛</m:t>
                        </m:r>
                        <m:r>
                          <m:rPr>
                            <m:nor/>
                          </m:rPr>
                          <a:rPr lang="en-GB" i="0" dirty="0"/>
                          <m:t> </m:t>
                        </m:r>
                      </m:sub>
                      <m:sup/>
                      <m:e>
                        <m:sSub>
                          <m:sSubPr>
                            <m:ctrlPr>
                              <a:rPr lang="fr-BE" b="0" i="1" smtClean="0">
                                <a:latin typeface="Cambria Math" panose="02040503050406030204" pitchFamily="18" charset="0"/>
                              </a:rPr>
                            </m:ctrlPr>
                          </m:sSubPr>
                          <m:e>
                            <m:r>
                              <a:rPr lang="fr-BE" b="0" i="1" smtClean="0">
                                <a:latin typeface="Cambria Math" panose="02040503050406030204" pitchFamily="18" charset="0"/>
                              </a:rPr>
                              <m:t>𝑎</m:t>
                            </m:r>
                          </m:e>
                          <m:sub>
                            <m:r>
                              <a:rPr lang="fr-BE" b="0" i="1" smtClean="0">
                                <a:latin typeface="Cambria Math" panose="02040503050406030204" pitchFamily="18" charset="0"/>
                              </a:rPr>
                              <m:t>𝑗</m:t>
                            </m:r>
                          </m:sub>
                        </m:sSub>
                        <m:sSub>
                          <m:sSubPr>
                            <m:ctrlPr>
                              <a:rPr lang="fr-BE" b="1" i="1" smtClean="0">
                                <a:latin typeface="Cambria Math" panose="02040503050406030204" pitchFamily="18" charset="0"/>
                              </a:rPr>
                            </m:ctrlPr>
                          </m:sSubPr>
                          <m:e>
                            <m:r>
                              <a:rPr lang="fr-BE" b="1" i="1" smtClean="0">
                                <a:latin typeface="Cambria Math" panose="02040503050406030204" pitchFamily="18" charset="0"/>
                              </a:rPr>
                              <m:t>𝒆</m:t>
                            </m:r>
                          </m:e>
                          <m:sub>
                            <m:r>
                              <a:rPr lang="fr-BE" b="0" i="1" smtClean="0">
                                <a:latin typeface="Cambria Math" panose="02040503050406030204" pitchFamily="18" charset="0"/>
                              </a:rPr>
                              <m:t>𝑗</m:t>
                            </m:r>
                          </m:sub>
                        </m:sSub>
                      </m:e>
                    </m:nary>
                    <m:r>
                      <a:rPr lang="fr-BE" b="0" i="1" smtClean="0">
                        <a:latin typeface="Cambria Math" panose="02040503050406030204" pitchFamily="18" charset="0"/>
                      </a:rPr>
                      <m:t>=</m:t>
                    </m:r>
                    <m:nary>
                      <m:naryPr>
                        <m:chr m:val="∑"/>
                        <m:limLoc m:val="subSup"/>
                        <m:supHide m:val="on"/>
                        <m:ctrlPr>
                          <a:rPr lang="fr-BE" i="1">
                            <a:latin typeface="Cambria Math" panose="02040503050406030204" pitchFamily="18" charset="0"/>
                            <a:ea typeface="Cambria Math" panose="02040503050406030204" pitchFamily="18" charset="0"/>
                          </a:rPr>
                        </m:ctrlPr>
                      </m:naryPr>
                      <m:sub>
                        <m:r>
                          <a:rPr lang="fr-BE" i="1">
                            <a:latin typeface="Cambria Math" panose="02040503050406030204" pitchFamily="18" charset="0"/>
                            <a:ea typeface="Cambria Math" panose="02040503050406030204" pitchFamily="18" charset="0"/>
                          </a:rPr>
                          <m:t>0≤</m:t>
                        </m:r>
                        <m:r>
                          <a:rPr lang="fr-BE" b="0" i="1" smtClean="0">
                            <a:latin typeface="Cambria Math" panose="02040503050406030204" pitchFamily="18" charset="0"/>
                            <a:ea typeface="Cambria Math" panose="02040503050406030204" pitchFamily="18" charset="0"/>
                          </a:rPr>
                          <m:t>𝑘</m:t>
                        </m:r>
                        <m:r>
                          <a:rPr lang="fr-BE" i="1">
                            <a:latin typeface="Cambria Math" panose="02040503050406030204" pitchFamily="18" charset="0"/>
                            <a:ea typeface="Cambria Math" panose="02040503050406030204" pitchFamily="18" charset="0"/>
                          </a:rPr>
                          <m:t>&lt;</m:t>
                        </m:r>
                        <m:r>
                          <a:rPr lang="fr-BE" i="1">
                            <a:latin typeface="Cambria Math" panose="02040503050406030204" pitchFamily="18" charset="0"/>
                            <a:ea typeface="Cambria Math" panose="02040503050406030204" pitchFamily="18" charset="0"/>
                          </a:rPr>
                          <m:t>𝑛</m:t>
                        </m:r>
                        <m:r>
                          <m:rPr>
                            <m:nor/>
                          </m:rPr>
                          <a:rPr lang="en-GB" i="0" dirty="0"/>
                          <m:t> </m:t>
                        </m:r>
                      </m:sub>
                      <m:sup/>
                      <m:e>
                        <m:sSub>
                          <m:sSubPr>
                            <m:ctrlPr>
                              <a:rPr lang="fr-BE" b="0" i="1" smtClean="0">
                                <a:latin typeface="Cambria Math" panose="02040503050406030204" pitchFamily="18" charset="0"/>
                              </a:rPr>
                            </m:ctrlPr>
                          </m:sSubPr>
                          <m:e>
                            <m:r>
                              <a:rPr lang="fr-BE" b="0" i="1" smtClean="0">
                                <a:latin typeface="Cambria Math" panose="02040503050406030204" pitchFamily="18" charset="0"/>
                              </a:rPr>
                              <m:t>𝑥</m:t>
                            </m:r>
                          </m:e>
                          <m:sub>
                            <m:r>
                              <a:rPr lang="fr-BE" b="0" i="1" smtClean="0">
                                <a:latin typeface="Cambria Math" panose="02040503050406030204" pitchFamily="18" charset="0"/>
                              </a:rPr>
                              <m:t>𝑘</m:t>
                            </m:r>
                          </m:sub>
                        </m:sSub>
                        <m:sSub>
                          <m:sSubPr>
                            <m:ctrlPr>
                              <a:rPr lang="fr-BE" b="1" i="1" smtClean="0">
                                <a:latin typeface="Cambria Math" panose="02040503050406030204" pitchFamily="18" charset="0"/>
                              </a:rPr>
                            </m:ctrlPr>
                          </m:sSubPr>
                          <m:e>
                            <m:r>
                              <a:rPr lang="fr-BE" b="1" i="1" smtClean="0">
                                <a:latin typeface="Cambria Math" panose="02040503050406030204" pitchFamily="18" charset="0"/>
                              </a:rPr>
                              <m:t>𝒖</m:t>
                            </m:r>
                          </m:e>
                          <m:sub>
                            <m:r>
                              <a:rPr lang="fr-BE" b="0" i="1" smtClean="0">
                                <a:latin typeface="Cambria Math" panose="02040503050406030204" pitchFamily="18" charset="0"/>
                              </a:rPr>
                              <m:t>𝑘</m:t>
                            </m:r>
                          </m:sub>
                        </m:sSub>
                      </m:e>
                    </m:nary>
                  </m:oMath>
                </a14:m>
                <a:r>
                  <a:rPr lang="en-GB" dirty="0"/>
                  <a:t>, </a:t>
                </a:r>
                <a14:m>
                  <m:oMath xmlns:m="http://schemas.openxmlformats.org/officeDocument/2006/math">
                    <m:sSub>
                      <m:sSubPr>
                        <m:ctrlPr>
                          <a:rPr lang="fr-BE" b="1" i="1">
                            <a:latin typeface="Cambria Math" panose="02040503050406030204" pitchFamily="18" charset="0"/>
                          </a:rPr>
                        </m:ctrlPr>
                      </m:sSubPr>
                      <m:e>
                        <m:r>
                          <a:rPr lang="fr-BE" b="1" i="1">
                            <a:latin typeface="Cambria Math" panose="02040503050406030204" pitchFamily="18" charset="0"/>
                          </a:rPr>
                          <m:t>𝒖</m:t>
                        </m:r>
                      </m:e>
                      <m:sub>
                        <m:r>
                          <a:rPr lang="fr-BE" i="1">
                            <a:latin typeface="Cambria Math" panose="02040503050406030204" pitchFamily="18" charset="0"/>
                          </a:rPr>
                          <m:t>𝑘</m:t>
                        </m:r>
                      </m:sub>
                    </m:sSub>
                    <m:r>
                      <a:rPr lang="fr-BE" b="0" i="1" smtClean="0">
                        <a:latin typeface="Cambria Math" panose="02040503050406030204" pitchFamily="18" charset="0"/>
                      </a:rPr>
                      <m:t>=</m:t>
                    </m:r>
                    <m:r>
                      <a:rPr lang="fr-BE">
                        <a:latin typeface="Cambria Math" panose="02040503050406030204" pitchFamily="18" charset="0"/>
                      </a:rPr>
                      <m:t>(</m:t>
                    </m:r>
                    <m:r>
                      <a:rPr lang="fr-BE" b="0" i="0" smtClean="0">
                        <a:latin typeface="Cambria Math" panose="02040503050406030204" pitchFamily="18" charset="0"/>
                      </a:rPr>
                      <m:t>0,…, 0, </m:t>
                    </m:r>
                    <m:sSub>
                      <m:sSubPr>
                        <m:ctrlPr>
                          <a:rPr lang="fr-BE" b="0" i="1" smtClean="0">
                            <a:latin typeface="Cambria Math" panose="02040503050406030204" pitchFamily="18" charset="0"/>
                          </a:rPr>
                        </m:ctrlPr>
                      </m:sSubPr>
                      <m:e>
                        <m:r>
                          <a:rPr lang="fr-BE" b="0" i="1" smtClean="0">
                            <a:latin typeface="Cambria Math" panose="02040503050406030204" pitchFamily="18" charset="0"/>
                          </a:rPr>
                          <m:t>1</m:t>
                        </m:r>
                      </m:e>
                      <m:sub>
                        <m:r>
                          <a:rPr lang="fr-BE" b="0" i="1" smtClean="0">
                            <a:latin typeface="Cambria Math" panose="02040503050406030204" pitchFamily="18" charset="0"/>
                          </a:rPr>
                          <m:t>𝑘</m:t>
                        </m:r>
                      </m:sub>
                    </m:sSub>
                    <m:r>
                      <a:rPr lang="fr-BE" b="0" i="1" smtClean="0">
                        <a:latin typeface="Cambria Math" panose="02040503050406030204" pitchFamily="18" charset="0"/>
                      </a:rPr>
                      <m:t>, 0, …,0)</m:t>
                    </m:r>
                  </m:oMath>
                </a14:m>
                <a:endParaRPr lang="en-GB" dirty="0"/>
              </a:p>
              <a:p>
                <a:pPr marL="1028700" lvl="2" indent="0">
                  <a:buNone/>
                </a:pPr>
                <a14:m>
                  <m:oMathPara xmlns:m="http://schemas.openxmlformats.org/officeDocument/2006/math">
                    <m:oMath>
                      <m:sSub>
                        <m:sSubPr>
                          <m:ctrlPr>
                            <a:rPr lang="fr-BE" b="0" i="1" smtClean="0">
                              <a:latin typeface="Cambria Math" panose="02040503050406030204" pitchFamily="18" charset="0"/>
                            </a:rPr>
                          </m:ctrlPr>
                        </m:sSubPr>
                        <m:e>
                          <m:r>
                            <a:rPr lang="fr-BE" b="0" i="1" smtClean="0">
                              <a:latin typeface="Cambria Math" panose="02040503050406030204" pitchFamily="18" charset="0"/>
                            </a:rPr>
                            <m:t>𝑎</m:t>
                          </m:r>
                        </m:e>
                        <m:sub>
                          <m:r>
                            <a:rPr lang="fr-BE" b="0" i="1" smtClean="0">
                              <a:latin typeface="Cambria Math" panose="02040503050406030204" pitchFamily="18" charset="0"/>
                            </a:rPr>
                            <m:t>𝑗</m:t>
                          </m:r>
                        </m:sub>
                      </m:sSub>
                      <m:r>
                        <a:rPr lang="fr-BE" b="0" i="1" smtClean="0">
                          <a:latin typeface="Cambria Math" panose="02040503050406030204" pitchFamily="18" charset="0"/>
                        </a:rPr>
                        <m:t>=</m:t>
                      </m:r>
                      <m:sSup>
                        <m:sSupPr>
                          <m:ctrlPr>
                            <a:rPr lang="fr-BE" b="0" i="1" smtClean="0">
                              <a:latin typeface="Cambria Math" panose="02040503050406030204" pitchFamily="18" charset="0"/>
                            </a:rPr>
                          </m:ctrlPr>
                        </m:sSupPr>
                        <m:e>
                          <m:r>
                            <a:rPr lang="fr-BE" b="0" i="1" smtClean="0">
                              <a:latin typeface="Cambria Math" panose="02040503050406030204" pitchFamily="18" charset="0"/>
                            </a:rPr>
                            <m:t>𝑛</m:t>
                          </m:r>
                        </m:e>
                        <m:sup>
                          <m:r>
                            <a:rPr lang="fr-BE" b="0" i="1" smtClean="0">
                              <a:latin typeface="Cambria Math" panose="02040503050406030204" pitchFamily="18" charset="0"/>
                            </a:rPr>
                            <m:t>−</m:t>
                          </m:r>
                          <m:f>
                            <m:fPr>
                              <m:type m:val="skw"/>
                              <m:ctrlPr>
                                <a:rPr lang="fr-BE" b="0" i="1" smtClean="0">
                                  <a:latin typeface="Cambria Math" panose="02040503050406030204" pitchFamily="18" charset="0"/>
                                </a:rPr>
                              </m:ctrlPr>
                            </m:fPr>
                            <m:num>
                              <m:r>
                                <a:rPr lang="fr-BE" b="0" i="1" smtClean="0">
                                  <a:latin typeface="Cambria Math" panose="02040503050406030204" pitchFamily="18" charset="0"/>
                                </a:rPr>
                                <m:t>1</m:t>
                              </m:r>
                            </m:num>
                            <m:den>
                              <m:r>
                                <a:rPr lang="fr-BE" b="0" i="1" smtClean="0">
                                  <a:latin typeface="Cambria Math" panose="02040503050406030204" pitchFamily="18" charset="0"/>
                                </a:rPr>
                                <m:t>2</m:t>
                              </m:r>
                            </m:den>
                          </m:f>
                        </m:sup>
                      </m:sSup>
                      <m:nary>
                        <m:naryPr>
                          <m:chr m:val="∑"/>
                          <m:ctrlPr>
                            <a:rPr lang="fr-BE" b="0" i="1" smtClean="0">
                              <a:latin typeface="Cambria Math" panose="02040503050406030204" pitchFamily="18" charset="0"/>
                            </a:rPr>
                          </m:ctrlPr>
                        </m:naryPr>
                        <m:sub>
                          <m:r>
                            <a:rPr lang="fr-BE" b="0" i="1" smtClean="0">
                              <a:latin typeface="Cambria Math" panose="02040503050406030204" pitchFamily="18" charset="0"/>
                            </a:rPr>
                            <m:t>𝑘</m:t>
                          </m:r>
                          <m:r>
                            <a:rPr lang="fr-BE" b="0" i="1" smtClean="0">
                              <a:latin typeface="Cambria Math" panose="02040503050406030204" pitchFamily="18" charset="0"/>
                            </a:rPr>
                            <m:t>=0</m:t>
                          </m:r>
                        </m:sub>
                        <m:sup>
                          <m:r>
                            <a:rPr lang="fr-BE" b="0" i="1" smtClean="0">
                              <a:latin typeface="Cambria Math" panose="02040503050406030204" pitchFamily="18" charset="0"/>
                            </a:rPr>
                            <m:t>𝑘</m:t>
                          </m:r>
                          <m:r>
                            <a:rPr lang="fr-BE" b="0" i="1" smtClean="0">
                              <a:latin typeface="Cambria Math" panose="02040503050406030204" pitchFamily="18" charset="0"/>
                              <a:ea typeface="Cambria Math" panose="02040503050406030204" pitchFamily="18" charset="0"/>
                            </a:rPr>
                            <m:t>&lt;</m:t>
                          </m:r>
                          <m:r>
                            <a:rPr lang="fr-BE" b="0" i="1" smtClean="0">
                              <a:latin typeface="Cambria Math" panose="02040503050406030204" pitchFamily="18" charset="0"/>
                              <a:ea typeface="Cambria Math" panose="02040503050406030204" pitchFamily="18" charset="0"/>
                            </a:rPr>
                            <m:t>𝑛</m:t>
                          </m:r>
                        </m:sup>
                        <m:e>
                          <m:sSub>
                            <m:sSubPr>
                              <m:ctrlPr>
                                <a:rPr lang="fr-BE" b="0" i="1" smtClean="0">
                                  <a:latin typeface="Cambria Math" panose="02040503050406030204" pitchFamily="18" charset="0"/>
                                </a:rPr>
                              </m:ctrlPr>
                            </m:sSubPr>
                            <m:e>
                              <m:r>
                                <a:rPr lang="fr-BE" b="0" i="1" smtClean="0">
                                  <a:latin typeface="Cambria Math" panose="02040503050406030204" pitchFamily="18" charset="0"/>
                                </a:rPr>
                                <m:t>𝑥</m:t>
                              </m:r>
                            </m:e>
                            <m:sub>
                              <m:r>
                                <a:rPr lang="fr-BE" b="0" i="1" smtClean="0">
                                  <a:latin typeface="Cambria Math" panose="02040503050406030204" pitchFamily="18" charset="0"/>
                                </a:rPr>
                                <m:t>𝑘</m:t>
                              </m:r>
                            </m:sub>
                          </m:sSub>
                          <m:sSup>
                            <m:sSupPr>
                              <m:ctrlPr>
                                <a:rPr lang="fr-BE" b="0" i="1" smtClean="0">
                                  <a:latin typeface="Cambria Math" panose="02040503050406030204" pitchFamily="18" charset="0"/>
                                </a:rPr>
                              </m:ctrlPr>
                            </m:sSupPr>
                            <m:e>
                              <m:r>
                                <a:rPr lang="fr-BE" b="0" i="1" smtClean="0">
                                  <a:latin typeface="Cambria Math" panose="02040503050406030204" pitchFamily="18" charset="0"/>
                                </a:rPr>
                                <m:t>𝑒</m:t>
                              </m:r>
                            </m:e>
                            <m:sup>
                              <m:r>
                                <a:rPr lang="fr-BE" b="0" i="1" smtClean="0">
                                  <a:latin typeface="Cambria Math" panose="02040503050406030204" pitchFamily="18" charset="0"/>
                                </a:rPr>
                                <m:t>−</m:t>
                              </m:r>
                              <m:r>
                                <a:rPr lang="fr-BE" b="0" i="1" smtClean="0">
                                  <a:latin typeface="Cambria Math" panose="02040503050406030204" pitchFamily="18" charset="0"/>
                                </a:rPr>
                                <m:t>𝑖</m:t>
                              </m:r>
                              <m:sSub>
                                <m:sSubPr>
                                  <m:ctrlPr>
                                    <a:rPr lang="fr-BE" b="0" i="1" smtClean="0">
                                      <a:latin typeface="Cambria Math" panose="02040503050406030204" pitchFamily="18" charset="0"/>
                                    </a:rPr>
                                  </m:ctrlPr>
                                </m:sSubPr>
                                <m:e>
                                  <m:r>
                                    <a:rPr lang="fr-BE" b="0" i="1" smtClean="0">
                                      <a:latin typeface="Cambria Math" panose="02040503050406030204" pitchFamily="18" charset="0"/>
                                    </a:rPr>
                                    <m:t>𝑘</m:t>
                                  </m:r>
                                  <m:r>
                                    <a:rPr lang="fr-BE" b="0" i="1" smtClean="0">
                                      <a:latin typeface="Cambria Math" panose="02040503050406030204" pitchFamily="18" charset="0"/>
                                      <a:ea typeface="Cambria Math" panose="02040503050406030204" pitchFamily="18" charset="0"/>
                                    </a:rPr>
                                    <m:t>𝜔</m:t>
                                  </m:r>
                                </m:e>
                                <m:sub>
                                  <m:r>
                                    <a:rPr lang="fr-BE" b="0" i="1" smtClean="0">
                                      <a:latin typeface="Cambria Math" panose="02040503050406030204" pitchFamily="18" charset="0"/>
                                      <a:ea typeface="Cambria Math" panose="02040503050406030204" pitchFamily="18" charset="0"/>
                                    </a:rPr>
                                    <m:t>𝑗</m:t>
                                  </m:r>
                                </m:sub>
                              </m:sSub>
                            </m:sup>
                          </m:sSup>
                        </m:e>
                      </m:nary>
                      <m:r>
                        <a:rPr lang="fr-BE" b="0" i="1" smtClean="0">
                          <a:latin typeface="Cambria Math" panose="02040503050406030204" pitchFamily="18" charset="0"/>
                        </a:rPr>
                        <m:t>     [</m:t>
                      </m:r>
                      <m:r>
                        <a:rPr lang="fr-BE" b="0" i="1" smtClean="0">
                          <a:latin typeface="Cambria Math" panose="02040503050406030204" pitchFamily="18" charset="0"/>
                        </a:rPr>
                        <m:t>𝑜𝑟</m:t>
                      </m:r>
                      <m:r>
                        <a:rPr lang="fr-BE" b="0" i="1" smtClean="0">
                          <a:latin typeface="Cambria Math" panose="02040503050406030204" pitchFamily="18" charset="0"/>
                        </a:rPr>
                        <m:t>      </m:t>
                      </m:r>
                      <m:sSub>
                        <m:sSubPr>
                          <m:ctrlPr>
                            <a:rPr lang="fr-BE" i="1">
                              <a:latin typeface="Cambria Math" panose="02040503050406030204" pitchFamily="18" charset="0"/>
                            </a:rPr>
                          </m:ctrlPr>
                        </m:sSubPr>
                        <m:e>
                          <m:r>
                            <a:rPr lang="fr-BE" i="1">
                              <a:latin typeface="Cambria Math" panose="02040503050406030204" pitchFamily="18" charset="0"/>
                            </a:rPr>
                            <m:t>𝑎</m:t>
                          </m:r>
                        </m:e>
                        <m:sub>
                          <m:r>
                            <a:rPr lang="fr-BE" i="1">
                              <a:latin typeface="Cambria Math" panose="02040503050406030204" pitchFamily="18" charset="0"/>
                            </a:rPr>
                            <m:t>𝑗</m:t>
                          </m:r>
                        </m:sub>
                      </m:sSub>
                      <m:r>
                        <a:rPr lang="fr-BE" i="1">
                          <a:latin typeface="Cambria Math" panose="02040503050406030204" pitchFamily="18" charset="0"/>
                        </a:rPr>
                        <m:t>=</m:t>
                      </m:r>
                      <m:nary>
                        <m:naryPr>
                          <m:chr m:val="∑"/>
                          <m:ctrlPr>
                            <a:rPr lang="fr-BE" i="1">
                              <a:latin typeface="Cambria Math" panose="02040503050406030204" pitchFamily="18" charset="0"/>
                            </a:rPr>
                          </m:ctrlPr>
                        </m:naryPr>
                        <m:sub>
                          <m:r>
                            <a:rPr lang="fr-BE" i="1">
                              <a:latin typeface="Cambria Math" panose="02040503050406030204" pitchFamily="18" charset="0"/>
                            </a:rPr>
                            <m:t>𝑘</m:t>
                          </m:r>
                          <m:r>
                            <a:rPr lang="fr-BE" i="1">
                              <a:latin typeface="Cambria Math" panose="02040503050406030204" pitchFamily="18" charset="0"/>
                            </a:rPr>
                            <m:t>=0</m:t>
                          </m:r>
                        </m:sub>
                        <m:sup>
                          <m:r>
                            <a:rPr lang="fr-BE" i="1">
                              <a:latin typeface="Cambria Math" panose="02040503050406030204" pitchFamily="18" charset="0"/>
                            </a:rPr>
                            <m:t>𝑘</m:t>
                          </m:r>
                          <m:r>
                            <a:rPr lang="fr-BE" i="1">
                              <a:latin typeface="Cambria Math" panose="02040503050406030204" pitchFamily="18" charset="0"/>
                              <a:ea typeface="Cambria Math" panose="02040503050406030204" pitchFamily="18" charset="0"/>
                            </a:rPr>
                            <m:t>&lt;</m:t>
                          </m:r>
                          <m:r>
                            <a:rPr lang="fr-BE" i="1">
                              <a:latin typeface="Cambria Math" panose="02040503050406030204" pitchFamily="18" charset="0"/>
                              <a:ea typeface="Cambria Math" panose="02040503050406030204" pitchFamily="18" charset="0"/>
                            </a:rPr>
                            <m:t>𝑛</m:t>
                          </m:r>
                        </m:sup>
                        <m:e>
                          <m:sSub>
                            <m:sSubPr>
                              <m:ctrlPr>
                                <a:rPr lang="fr-BE" i="1">
                                  <a:latin typeface="Cambria Math" panose="02040503050406030204" pitchFamily="18" charset="0"/>
                                </a:rPr>
                              </m:ctrlPr>
                            </m:sSubPr>
                            <m:e>
                              <m:r>
                                <a:rPr lang="fr-BE" i="1">
                                  <a:latin typeface="Cambria Math" panose="02040503050406030204" pitchFamily="18" charset="0"/>
                                </a:rPr>
                                <m:t>𝑥</m:t>
                              </m:r>
                            </m:e>
                            <m:sub>
                              <m:r>
                                <a:rPr lang="fr-BE" i="1">
                                  <a:latin typeface="Cambria Math" panose="02040503050406030204" pitchFamily="18" charset="0"/>
                                </a:rPr>
                                <m:t>𝑘</m:t>
                              </m:r>
                            </m:sub>
                          </m:sSub>
                          <m:sSup>
                            <m:sSupPr>
                              <m:ctrlPr>
                                <a:rPr lang="fr-BE" i="1">
                                  <a:latin typeface="Cambria Math" panose="02040503050406030204" pitchFamily="18" charset="0"/>
                                </a:rPr>
                              </m:ctrlPr>
                            </m:sSupPr>
                            <m:e>
                              <m:r>
                                <a:rPr lang="fr-BE" i="1">
                                  <a:latin typeface="Cambria Math" panose="02040503050406030204" pitchFamily="18" charset="0"/>
                                </a:rPr>
                                <m:t>𝑒</m:t>
                              </m:r>
                            </m:e>
                            <m:sup>
                              <m:r>
                                <a:rPr lang="fr-BE" i="1">
                                  <a:latin typeface="Cambria Math" panose="02040503050406030204" pitchFamily="18" charset="0"/>
                                </a:rPr>
                                <m:t>−</m:t>
                              </m:r>
                              <m:r>
                                <a:rPr lang="fr-BE" i="1">
                                  <a:latin typeface="Cambria Math" panose="02040503050406030204" pitchFamily="18" charset="0"/>
                                </a:rPr>
                                <m:t>𝑖</m:t>
                              </m:r>
                              <m:sSub>
                                <m:sSubPr>
                                  <m:ctrlPr>
                                    <a:rPr lang="fr-BE" i="1">
                                      <a:latin typeface="Cambria Math" panose="02040503050406030204" pitchFamily="18" charset="0"/>
                                    </a:rPr>
                                  </m:ctrlPr>
                                </m:sSubPr>
                                <m:e>
                                  <m:r>
                                    <a:rPr lang="fr-BE" i="1">
                                      <a:latin typeface="Cambria Math" panose="02040503050406030204" pitchFamily="18" charset="0"/>
                                    </a:rPr>
                                    <m:t>𝑘</m:t>
                                  </m:r>
                                  <m:r>
                                    <a:rPr lang="fr-BE" i="1">
                                      <a:latin typeface="Cambria Math" panose="02040503050406030204" pitchFamily="18" charset="0"/>
                                      <a:ea typeface="Cambria Math" panose="02040503050406030204" pitchFamily="18" charset="0"/>
                                    </a:rPr>
                                    <m:t>𝜔</m:t>
                                  </m:r>
                                </m:e>
                                <m:sub>
                                  <m:r>
                                    <a:rPr lang="fr-BE" i="1">
                                      <a:latin typeface="Cambria Math" panose="02040503050406030204" pitchFamily="18" charset="0"/>
                                      <a:ea typeface="Cambria Math" panose="02040503050406030204" pitchFamily="18" charset="0"/>
                                    </a:rPr>
                                    <m:t>𝑗</m:t>
                                  </m:r>
                                </m:sub>
                              </m:sSub>
                            </m:sup>
                          </m:sSup>
                        </m:e>
                      </m:nary>
                      <m:r>
                        <a:rPr lang="fr-BE" b="0" i="1" smtClean="0">
                          <a:latin typeface="Cambria Math" panose="02040503050406030204" pitchFamily="18" charset="0"/>
                          <a:ea typeface="Cambria Math" panose="02040503050406030204" pitchFamily="18" charset="0"/>
                        </a:rPr>
                        <m:t>]</m:t>
                      </m:r>
                    </m:oMath>
                  </m:oMathPara>
                </a14:m>
                <a:endParaRPr lang="en-GB" dirty="0"/>
              </a:p>
              <a:p>
                <a:pPr marL="1028700" lvl="2" indent="0">
                  <a:buNone/>
                </a:pPr>
                <a14:m>
                  <m:oMathPara xmlns:m="http://schemas.openxmlformats.org/officeDocument/2006/math">
                    <m:oMath>
                      <m:sSub>
                        <m:sSubPr>
                          <m:ctrlPr>
                            <a:rPr lang="fr-BE" b="0" i="1" smtClean="0">
                              <a:latin typeface="Cambria Math" panose="02040503050406030204" pitchFamily="18" charset="0"/>
                            </a:rPr>
                          </m:ctrlPr>
                        </m:sSubPr>
                        <m:e>
                          <m:r>
                            <a:rPr lang="fr-BE" b="0" i="1" smtClean="0">
                              <a:latin typeface="Cambria Math" panose="02040503050406030204" pitchFamily="18" charset="0"/>
                            </a:rPr>
                            <m:t>𝑥</m:t>
                          </m:r>
                        </m:e>
                        <m:sub>
                          <m:r>
                            <a:rPr lang="fr-BE" b="0" i="1" smtClean="0">
                              <a:latin typeface="Cambria Math" panose="02040503050406030204" pitchFamily="18" charset="0"/>
                            </a:rPr>
                            <m:t>𝑘</m:t>
                          </m:r>
                        </m:sub>
                      </m:sSub>
                      <m:r>
                        <a:rPr lang="fr-BE" b="0" i="1" smtClean="0">
                          <a:latin typeface="Cambria Math" panose="02040503050406030204" pitchFamily="18" charset="0"/>
                        </a:rPr>
                        <m:t>=</m:t>
                      </m:r>
                      <m:sSup>
                        <m:sSupPr>
                          <m:ctrlPr>
                            <a:rPr lang="fr-BE" b="0" i="1" smtClean="0">
                              <a:latin typeface="Cambria Math" panose="02040503050406030204" pitchFamily="18" charset="0"/>
                            </a:rPr>
                          </m:ctrlPr>
                        </m:sSupPr>
                        <m:e>
                          <m:r>
                            <a:rPr lang="fr-BE" b="0" i="1" smtClean="0">
                              <a:latin typeface="Cambria Math" panose="02040503050406030204" pitchFamily="18" charset="0"/>
                            </a:rPr>
                            <m:t>𝑛</m:t>
                          </m:r>
                        </m:e>
                        <m:sup>
                          <m:r>
                            <a:rPr lang="fr-BE" b="0" i="1" smtClean="0">
                              <a:latin typeface="Cambria Math" panose="02040503050406030204" pitchFamily="18" charset="0"/>
                            </a:rPr>
                            <m:t>−</m:t>
                          </m:r>
                          <m:f>
                            <m:fPr>
                              <m:type m:val="skw"/>
                              <m:ctrlPr>
                                <a:rPr lang="fr-BE" b="0" i="1" smtClean="0">
                                  <a:latin typeface="Cambria Math" panose="02040503050406030204" pitchFamily="18" charset="0"/>
                                </a:rPr>
                              </m:ctrlPr>
                            </m:fPr>
                            <m:num>
                              <m:r>
                                <a:rPr lang="fr-BE" b="0" i="1" smtClean="0">
                                  <a:latin typeface="Cambria Math" panose="02040503050406030204" pitchFamily="18" charset="0"/>
                                </a:rPr>
                                <m:t>1</m:t>
                              </m:r>
                            </m:num>
                            <m:den>
                              <m:r>
                                <a:rPr lang="fr-BE" b="0" i="1" smtClean="0">
                                  <a:latin typeface="Cambria Math" panose="02040503050406030204" pitchFamily="18" charset="0"/>
                                </a:rPr>
                                <m:t>2</m:t>
                              </m:r>
                            </m:den>
                          </m:f>
                        </m:sup>
                      </m:sSup>
                      <m:nary>
                        <m:naryPr>
                          <m:chr m:val="∑"/>
                          <m:ctrlPr>
                            <a:rPr lang="fr-BE" b="0" i="1" smtClean="0">
                              <a:latin typeface="Cambria Math" panose="02040503050406030204" pitchFamily="18" charset="0"/>
                            </a:rPr>
                          </m:ctrlPr>
                        </m:naryPr>
                        <m:sub>
                          <m:r>
                            <m:rPr>
                              <m:brk m:alnAt="23"/>
                            </m:rPr>
                            <a:rPr lang="fr-BE" b="0" i="1" smtClean="0">
                              <a:latin typeface="Cambria Math" panose="02040503050406030204" pitchFamily="18" charset="0"/>
                            </a:rPr>
                            <m:t>𝑗</m:t>
                          </m:r>
                          <m:r>
                            <a:rPr lang="fr-BE" b="0" i="1" smtClean="0">
                              <a:latin typeface="Cambria Math" panose="02040503050406030204" pitchFamily="18" charset="0"/>
                            </a:rPr>
                            <m:t>=0</m:t>
                          </m:r>
                        </m:sub>
                        <m:sup>
                          <m:r>
                            <a:rPr lang="fr-BE" b="0" i="1" smtClean="0">
                              <a:latin typeface="Cambria Math" panose="02040503050406030204" pitchFamily="18" charset="0"/>
                            </a:rPr>
                            <m:t>𝑗</m:t>
                          </m:r>
                          <m:r>
                            <a:rPr lang="fr-BE" b="0" i="1" smtClean="0">
                              <a:latin typeface="Cambria Math" panose="02040503050406030204" pitchFamily="18" charset="0"/>
                              <a:ea typeface="Cambria Math" panose="02040503050406030204" pitchFamily="18" charset="0"/>
                            </a:rPr>
                            <m:t>&lt;</m:t>
                          </m:r>
                          <m:r>
                            <a:rPr lang="fr-BE" b="0" i="1" smtClean="0">
                              <a:latin typeface="Cambria Math" panose="02040503050406030204" pitchFamily="18" charset="0"/>
                              <a:ea typeface="Cambria Math" panose="02040503050406030204" pitchFamily="18" charset="0"/>
                            </a:rPr>
                            <m:t>𝑛</m:t>
                          </m:r>
                        </m:sup>
                        <m:e>
                          <m:sSub>
                            <m:sSubPr>
                              <m:ctrlPr>
                                <a:rPr lang="fr-BE" b="0" i="1" smtClean="0">
                                  <a:latin typeface="Cambria Math" panose="02040503050406030204" pitchFamily="18" charset="0"/>
                                </a:rPr>
                              </m:ctrlPr>
                            </m:sSubPr>
                            <m:e>
                              <m:r>
                                <a:rPr lang="fr-BE" b="0" i="1" smtClean="0">
                                  <a:latin typeface="Cambria Math" panose="02040503050406030204" pitchFamily="18" charset="0"/>
                                </a:rPr>
                                <m:t>𝑎</m:t>
                              </m:r>
                            </m:e>
                            <m:sub>
                              <m:r>
                                <a:rPr lang="fr-BE" b="0" i="1" smtClean="0">
                                  <a:latin typeface="Cambria Math" panose="02040503050406030204" pitchFamily="18" charset="0"/>
                                </a:rPr>
                                <m:t>𝑗</m:t>
                              </m:r>
                            </m:sub>
                          </m:sSub>
                          <m:sSup>
                            <m:sSupPr>
                              <m:ctrlPr>
                                <a:rPr lang="fr-BE" b="0" i="1" smtClean="0">
                                  <a:latin typeface="Cambria Math" panose="02040503050406030204" pitchFamily="18" charset="0"/>
                                </a:rPr>
                              </m:ctrlPr>
                            </m:sSupPr>
                            <m:e>
                              <m:r>
                                <a:rPr lang="fr-BE" b="0" i="1" smtClean="0">
                                  <a:latin typeface="Cambria Math" panose="02040503050406030204" pitchFamily="18" charset="0"/>
                                </a:rPr>
                                <m:t>𝑒</m:t>
                              </m:r>
                            </m:e>
                            <m:sup>
                              <m:r>
                                <a:rPr lang="fr-BE" b="0" i="1" smtClean="0">
                                  <a:latin typeface="Cambria Math" panose="02040503050406030204" pitchFamily="18" charset="0"/>
                                </a:rPr>
                                <m:t>𝑖𝑗</m:t>
                              </m:r>
                              <m:sSub>
                                <m:sSubPr>
                                  <m:ctrlPr>
                                    <a:rPr lang="fr-BE" b="0" i="1" smtClean="0">
                                      <a:latin typeface="Cambria Math" panose="02040503050406030204" pitchFamily="18" charset="0"/>
                                      <a:ea typeface="Cambria Math" panose="02040503050406030204" pitchFamily="18" charset="0"/>
                                    </a:rPr>
                                  </m:ctrlPr>
                                </m:sSubPr>
                                <m:e>
                                  <m:r>
                                    <a:rPr lang="fr-BE" b="0" i="1" smtClean="0">
                                      <a:latin typeface="Cambria Math" panose="02040503050406030204" pitchFamily="18" charset="0"/>
                                      <a:ea typeface="Cambria Math" panose="02040503050406030204" pitchFamily="18" charset="0"/>
                                    </a:rPr>
                                    <m:t>𝜔</m:t>
                                  </m:r>
                                </m:e>
                                <m:sub>
                                  <m:r>
                                    <a:rPr lang="fr-BE" b="0" i="1" smtClean="0">
                                      <a:latin typeface="Cambria Math" panose="02040503050406030204" pitchFamily="18" charset="0"/>
                                    </a:rPr>
                                    <m:t>𝑘</m:t>
                                  </m:r>
                                </m:sub>
                              </m:sSub>
                            </m:sup>
                          </m:sSup>
                        </m:e>
                      </m:nary>
                      <m:r>
                        <a:rPr lang="fr-BE" b="0" i="1" smtClean="0">
                          <a:latin typeface="Cambria Math" panose="02040503050406030204" pitchFamily="18" charset="0"/>
                        </a:rPr>
                        <m:t>        [</m:t>
                      </m:r>
                      <m:r>
                        <a:rPr lang="fr-BE" i="1">
                          <a:latin typeface="Cambria Math" panose="02040503050406030204" pitchFamily="18" charset="0"/>
                        </a:rPr>
                        <m:t>𝑜𝑟</m:t>
                      </m:r>
                      <m:r>
                        <a:rPr lang="fr-BE" b="0" i="1" smtClean="0">
                          <a:latin typeface="Cambria Math" panose="02040503050406030204" pitchFamily="18" charset="0"/>
                        </a:rPr>
                        <m:t>      </m:t>
                      </m:r>
                      <m:sSub>
                        <m:sSubPr>
                          <m:ctrlPr>
                            <a:rPr lang="fr-BE" i="1">
                              <a:latin typeface="Cambria Math" panose="02040503050406030204" pitchFamily="18" charset="0"/>
                            </a:rPr>
                          </m:ctrlPr>
                        </m:sSubPr>
                        <m:e>
                          <m:r>
                            <a:rPr lang="fr-BE" i="1">
                              <a:latin typeface="Cambria Math" panose="02040503050406030204" pitchFamily="18" charset="0"/>
                            </a:rPr>
                            <m:t>𝑥</m:t>
                          </m:r>
                        </m:e>
                        <m:sub>
                          <m:r>
                            <a:rPr lang="fr-BE" i="1">
                              <a:latin typeface="Cambria Math" panose="02040503050406030204" pitchFamily="18" charset="0"/>
                            </a:rPr>
                            <m:t>𝑘</m:t>
                          </m:r>
                        </m:sub>
                      </m:sSub>
                      <m:r>
                        <a:rPr lang="fr-BE" i="1">
                          <a:latin typeface="Cambria Math" panose="02040503050406030204" pitchFamily="18" charset="0"/>
                        </a:rPr>
                        <m:t>=</m:t>
                      </m:r>
                      <m:sSup>
                        <m:sSupPr>
                          <m:ctrlPr>
                            <a:rPr lang="fr-BE" i="1">
                              <a:latin typeface="Cambria Math" panose="02040503050406030204" pitchFamily="18" charset="0"/>
                            </a:rPr>
                          </m:ctrlPr>
                        </m:sSupPr>
                        <m:e>
                          <m:r>
                            <a:rPr lang="fr-BE" i="1">
                              <a:latin typeface="Cambria Math" panose="02040503050406030204" pitchFamily="18" charset="0"/>
                            </a:rPr>
                            <m:t>𝑛</m:t>
                          </m:r>
                        </m:e>
                        <m:sup>
                          <m:r>
                            <a:rPr lang="fr-BE" i="1">
                              <a:latin typeface="Cambria Math" panose="02040503050406030204" pitchFamily="18" charset="0"/>
                            </a:rPr>
                            <m:t>−</m:t>
                          </m:r>
                          <m:r>
                            <a:rPr lang="fr-BE" b="0" i="1" smtClean="0">
                              <a:latin typeface="Cambria Math" panose="02040503050406030204" pitchFamily="18" charset="0"/>
                            </a:rPr>
                            <m:t>1</m:t>
                          </m:r>
                        </m:sup>
                      </m:sSup>
                      <m:nary>
                        <m:naryPr>
                          <m:chr m:val="∑"/>
                          <m:ctrlPr>
                            <a:rPr lang="fr-BE" i="1">
                              <a:latin typeface="Cambria Math" panose="02040503050406030204" pitchFamily="18" charset="0"/>
                            </a:rPr>
                          </m:ctrlPr>
                        </m:naryPr>
                        <m:sub>
                          <m:r>
                            <m:rPr>
                              <m:brk m:alnAt="23"/>
                            </m:rPr>
                            <a:rPr lang="fr-BE" i="1">
                              <a:latin typeface="Cambria Math" panose="02040503050406030204" pitchFamily="18" charset="0"/>
                            </a:rPr>
                            <m:t>𝑗</m:t>
                          </m:r>
                          <m:r>
                            <a:rPr lang="fr-BE" i="1">
                              <a:latin typeface="Cambria Math" panose="02040503050406030204" pitchFamily="18" charset="0"/>
                            </a:rPr>
                            <m:t>=0</m:t>
                          </m:r>
                        </m:sub>
                        <m:sup>
                          <m:r>
                            <a:rPr lang="fr-BE" i="1">
                              <a:latin typeface="Cambria Math" panose="02040503050406030204" pitchFamily="18" charset="0"/>
                            </a:rPr>
                            <m:t>𝑗</m:t>
                          </m:r>
                          <m:r>
                            <a:rPr lang="fr-BE" i="1">
                              <a:latin typeface="Cambria Math" panose="02040503050406030204" pitchFamily="18" charset="0"/>
                              <a:ea typeface="Cambria Math" panose="02040503050406030204" pitchFamily="18" charset="0"/>
                            </a:rPr>
                            <m:t>&lt;</m:t>
                          </m:r>
                          <m:r>
                            <a:rPr lang="fr-BE" i="1">
                              <a:latin typeface="Cambria Math" panose="02040503050406030204" pitchFamily="18" charset="0"/>
                              <a:ea typeface="Cambria Math" panose="02040503050406030204" pitchFamily="18" charset="0"/>
                            </a:rPr>
                            <m:t>𝑛</m:t>
                          </m:r>
                        </m:sup>
                        <m:e>
                          <m:sSub>
                            <m:sSubPr>
                              <m:ctrlPr>
                                <a:rPr lang="fr-BE" i="1">
                                  <a:latin typeface="Cambria Math" panose="02040503050406030204" pitchFamily="18" charset="0"/>
                                </a:rPr>
                              </m:ctrlPr>
                            </m:sSubPr>
                            <m:e>
                              <m:r>
                                <a:rPr lang="fr-BE" i="1">
                                  <a:latin typeface="Cambria Math" panose="02040503050406030204" pitchFamily="18" charset="0"/>
                                </a:rPr>
                                <m:t>𝑎</m:t>
                              </m:r>
                            </m:e>
                            <m:sub>
                              <m:r>
                                <a:rPr lang="fr-BE" i="1">
                                  <a:latin typeface="Cambria Math" panose="02040503050406030204" pitchFamily="18" charset="0"/>
                                </a:rPr>
                                <m:t>𝑗</m:t>
                              </m:r>
                            </m:sub>
                          </m:sSub>
                          <m:sSup>
                            <m:sSupPr>
                              <m:ctrlPr>
                                <a:rPr lang="fr-BE" i="1">
                                  <a:latin typeface="Cambria Math" panose="02040503050406030204" pitchFamily="18" charset="0"/>
                                </a:rPr>
                              </m:ctrlPr>
                            </m:sSupPr>
                            <m:e>
                              <m:r>
                                <a:rPr lang="fr-BE" i="1">
                                  <a:latin typeface="Cambria Math" panose="02040503050406030204" pitchFamily="18" charset="0"/>
                                </a:rPr>
                                <m:t>𝑒</m:t>
                              </m:r>
                            </m:e>
                            <m:sup>
                              <m:r>
                                <a:rPr lang="fr-BE" i="1">
                                  <a:latin typeface="Cambria Math" panose="02040503050406030204" pitchFamily="18" charset="0"/>
                                </a:rPr>
                                <m:t>𝑖𝑗</m:t>
                              </m:r>
                              <m:sSub>
                                <m:sSubPr>
                                  <m:ctrlPr>
                                    <a:rPr lang="fr-BE" i="1">
                                      <a:latin typeface="Cambria Math" panose="02040503050406030204" pitchFamily="18" charset="0"/>
                                      <a:ea typeface="Cambria Math" panose="02040503050406030204" pitchFamily="18" charset="0"/>
                                    </a:rPr>
                                  </m:ctrlPr>
                                </m:sSubPr>
                                <m:e>
                                  <m:r>
                                    <a:rPr lang="fr-BE" i="1">
                                      <a:latin typeface="Cambria Math" panose="02040503050406030204" pitchFamily="18" charset="0"/>
                                      <a:ea typeface="Cambria Math" panose="02040503050406030204" pitchFamily="18" charset="0"/>
                                    </a:rPr>
                                    <m:t>𝜔</m:t>
                                  </m:r>
                                </m:e>
                                <m:sub>
                                  <m:r>
                                    <a:rPr lang="fr-BE" i="1">
                                      <a:latin typeface="Cambria Math" panose="02040503050406030204" pitchFamily="18" charset="0"/>
                                    </a:rPr>
                                    <m:t>𝑘</m:t>
                                  </m:r>
                                </m:sub>
                              </m:sSub>
                            </m:sup>
                          </m:sSup>
                        </m:e>
                      </m:nary>
                      <m:r>
                        <a:rPr lang="fr-BE" b="0" i="1" smtClean="0">
                          <a:latin typeface="Cambria Math" panose="02040503050406030204" pitchFamily="18" charset="0"/>
                        </a:rPr>
                        <m:t>]</m:t>
                      </m:r>
                    </m:oMath>
                  </m:oMathPara>
                </a14:m>
                <a:endParaRPr lang="en-GB" dirty="0"/>
              </a:p>
              <a:p>
                <a:pPr marL="1028700" lvl="2" indent="0">
                  <a:buNone/>
                </a:pPr>
                <a14:m>
                  <m:oMathPara xmlns:m="http://schemas.openxmlformats.org/officeDocument/2006/math">
                    <m:oMath>
                      <m:sSub>
                        <m:sSubPr>
                          <m:ctrlPr>
                            <a:rPr lang="fr-BE" b="0" i="1" smtClean="0">
                              <a:latin typeface="Cambria Math" panose="02040503050406030204" pitchFamily="18" charset="0"/>
                            </a:rPr>
                          </m:ctrlPr>
                        </m:sSubPr>
                        <m:e>
                          <m:r>
                            <a:rPr lang="fr-BE" b="0" i="1" smtClean="0">
                              <a:latin typeface="Cambria Math" panose="02040503050406030204" pitchFamily="18" charset="0"/>
                            </a:rPr>
                            <m:t>𝑝</m:t>
                          </m:r>
                        </m:e>
                        <m:sub>
                          <m:sSub>
                            <m:sSubPr>
                              <m:ctrlPr>
                                <a:rPr lang="fr-BE" b="0" i="1" smtClean="0">
                                  <a:latin typeface="Cambria Math" panose="02040503050406030204" pitchFamily="18" charset="0"/>
                                  <a:ea typeface="Cambria Math" panose="02040503050406030204" pitchFamily="18" charset="0"/>
                                </a:rPr>
                              </m:ctrlPr>
                            </m:sSubPr>
                            <m:e>
                              <m:r>
                                <a:rPr lang="fr-BE" b="0" i="1" smtClean="0">
                                  <a:latin typeface="Cambria Math" panose="02040503050406030204" pitchFamily="18" charset="0"/>
                                  <a:ea typeface="Cambria Math" panose="02040503050406030204" pitchFamily="18" charset="0"/>
                                </a:rPr>
                                <m:t>𝜔</m:t>
                              </m:r>
                            </m:e>
                            <m:sub>
                              <m:r>
                                <a:rPr lang="fr-BE" b="0" i="1" smtClean="0">
                                  <a:latin typeface="Cambria Math" panose="02040503050406030204" pitchFamily="18" charset="0"/>
                                </a:rPr>
                                <m:t>𝑘</m:t>
                              </m:r>
                            </m:sub>
                          </m:sSub>
                        </m:sub>
                      </m:sSub>
                      <m:r>
                        <a:rPr lang="fr-BE" b="0" i="1" smtClean="0">
                          <a:latin typeface="Cambria Math" panose="02040503050406030204" pitchFamily="18" charset="0"/>
                        </a:rPr>
                        <m:t>=</m:t>
                      </m:r>
                      <m:sSup>
                        <m:sSupPr>
                          <m:ctrlPr>
                            <a:rPr lang="fr-BE" b="0" i="1" smtClean="0">
                              <a:latin typeface="Cambria Math" panose="02040503050406030204" pitchFamily="18" charset="0"/>
                            </a:rPr>
                          </m:ctrlPr>
                        </m:sSupPr>
                        <m:e>
                          <m:d>
                            <m:dPr>
                              <m:begChr m:val="|"/>
                              <m:endChr m:val="|"/>
                              <m:ctrlPr>
                                <a:rPr lang="fr-BE" b="0" i="1" smtClean="0">
                                  <a:latin typeface="Cambria Math" panose="02040503050406030204" pitchFamily="18" charset="0"/>
                                </a:rPr>
                              </m:ctrlPr>
                            </m:dPr>
                            <m:e>
                              <m:sSub>
                                <m:sSubPr>
                                  <m:ctrlPr>
                                    <a:rPr lang="fr-BE" b="0" i="1" smtClean="0">
                                      <a:latin typeface="Cambria Math" panose="02040503050406030204" pitchFamily="18" charset="0"/>
                                    </a:rPr>
                                  </m:ctrlPr>
                                </m:sSubPr>
                                <m:e>
                                  <m:r>
                                    <a:rPr lang="fr-BE" b="0" i="1" smtClean="0">
                                      <a:latin typeface="Cambria Math" panose="02040503050406030204" pitchFamily="18" charset="0"/>
                                    </a:rPr>
                                    <m:t>𝑎</m:t>
                                  </m:r>
                                </m:e>
                                <m:sub>
                                  <m:r>
                                    <a:rPr lang="fr-BE" b="0" i="1" smtClean="0">
                                      <a:latin typeface="Cambria Math" panose="02040503050406030204" pitchFamily="18" charset="0"/>
                                    </a:rPr>
                                    <m:t>𝑘</m:t>
                                  </m:r>
                                </m:sub>
                              </m:sSub>
                            </m:e>
                          </m:d>
                        </m:e>
                        <m:sup>
                          <m:r>
                            <a:rPr lang="fr-BE" b="0" i="1" smtClean="0">
                              <a:latin typeface="Cambria Math" panose="02040503050406030204" pitchFamily="18" charset="0"/>
                              <a:ea typeface="Cambria Math" panose="02040503050406030204" pitchFamily="18" charset="0"/>
                            </a:rPr>
                            <m:t>2</m:t>
                          </m:r>
                        </m:sup>
                      </m:sSup>
                    </m:oMath>
                  </m:oMathPara>
                </a14:m>
                <a:endParaRPr lang="en-GB" sz="1800" dirty="0"/>
              </a:p>
              <a:p>
                <a:pPr lvl="2"/>
                <a:endParaRPr lang="en-GB" sz="1800" dirty="0"/>
              </a:p>
              <a:p>
                <a:pPr lvl="1"/>
                <a:r>
                  <a:rPr lang="en-GB" dirty="0"/>
                  <a:t>The periodogram gives the importance of each (Fourier) frequency in the series</a:t>
                </a:r>
              </a:p>
              <a:p>
                <a:pPr lvl="1"/>
                <a:r>
                  <a:rPr lang="en-GB" sz="1900" dirty="0">
                    <a:solidFill>
                      <a:srgbClr val="0070C0"/>
                    </a:solidFill>
                  </a:rPr>
                  <a:t>Code in </a:t>
                </a:r>
                <a:r>
                  <a:rPr lang="it-IT" sz="1900" dirty="0">
                    <a:solidFill>
                      <a:srgbClr val="0070C0"/>
                    </a:solidFill>
                  </a:rPr>
                  <a:t>toolkit/base/core/data/analysis/Periodogram.java</a:t>
                </a:r>
                <a:endParaRPr lang="en-GB" sz="1900" dirty="0">
                  <a:solidFill>
                    <a:srgbClr val="0070C0"/>
                  </a:solidFill>
                </a:endParaRPr>
              </a:p>
              <a:p>
                <a:pPr lvl="1"/>
                <a:endParaRPr lang="en-GB" dirty="0"/>
              </a:p>
            </p:txBody>
          </p:sp>
        </mc:Choice>
        <mc:Fallback>
          <p:sp>
            <p:nvSpPr>
              <p:cNvPr id="3" name="Content Placeholder 2">
                <a:extLst>
                  <a:ext uri="{FF2B5EF4-FFF2-40B4-BE49-F238E27FC236}">
                    <a16:creationId xmlns:a16="http://schemas.microsoft.com/office/drawing/2014/main" id="{E508C413-EA68-1DAB-E5A5-BF537176310E}"/>
                  </a:ext>
                </a:extLst>
              </p:cNvPr>
              <p:cNvSpPr>
                <a:spLocks noGrp="1" noRot="1" noChangeAspect="1" noMove="1" noResize="1" noEditPoints="1" noAdjustHandles="1" noChangeArrowheads="1" noChangeShapeType="1" noTextEdit="1"/>
              </p:cNvSpPr>
              <p:nvPr>
                <p:ph sz="half" idx="2"/>
              </p:nvPr>
            </p:nvSpPr>
            <p:spPr>
              <a:xfrm>
                <a:off x="970722" y="1280160"/>
                <a:ext cx="10515597" cy="4815967"/>
              </a:xfrm>
              <a:blipFill>
                <a:blip r:embed="rId2"/>
                <a:stretch>
                  <a:fillRect l="-754" t="-2911"/>
                </a:stretch>
              </a:blipFill>
            </p:spPr>
            <p:txBody>
              <a:bodyPr/>
              <a:lstStyle/>
              <a:p>
                <a:r>
                  <a:rPr lang="en-GB">
                    <a:noFill/>
                  </a:rPr>
                  <a:t> </a:t>
                </a:r>
              </a:p>
            </p:txBody>
          </p:sp>
        </mc:Fallback>
      </mc:AlternateContent>
      <p:sp>
        <p:nvSpPr>
          <p:cNvPr id="5" name="Footer Placeholder 4">
            <a:extLst>
              <a:ext uri="{FF2B5EF4-FFF2-40B4-BE49-F238E27FC236}">
                <a16:creationId xmlns:a16="http://schemas.microsoft.com/office/drawing/2014/main" id="{2FD60575-C516-A176-F03E-1167B879334D}"/>
              </a:ext>
            </a:extLst>
          </p:cNvPr>
          <p:cNvSpPr>
            <a:spLocks noGrp="1"/>
          </p:cNvSpPr>
          <p:nvPr>
            <p:ph type="ftr" sz="quarter" idx="4294967295"/>
          </p:nvPr>
        </p:nvSpPr>
        <p:spPr>
          <a:xfrm>
            <a:off x="0" y="0"/>
            <a:ext cx="0" cy="0"/>
          </a:xfrm>
        </p:spPr>
        <p:txBody>
          <a:bodyPr/>
          <a:lstStyle/>
          <a:p>
            <a:r>
              <a:rPr lang="en-GB"/>
              <a:t>Time Series</a:t>
            </a:r>
          </a:p>
        </p:txBody>
      </p:sp>
      <p:sp>
        <p:nvSpPr>
          <p:cNvPr id="4" name="Espace réservé du numéro de diapositive 3">
            <a:extLst>
              <a:ext uri="{FF2B5EF4-FFF2-40B4-BE49-F238E27FC236}">
                <a16:creationId xmlns:a16="http://schemas.microsoft.com/office/drawing/2014/main" id="{6F9F7DBD-159A-D5E6-E685-F5242AFF1209}"/>
              </a:ext>
            </a:extLst>
          </p:cNvPr>
          <p:cNvSpPr>
            <a:spLocks noGrp="1"/>
          </p:cNvSpPr>
          <p:nvPr>
            <p:ph type="sldNum" idx="12"/>
          </p:nvPr>
        </p:nvSpPr>
        <p:spPr/>
        <p:txBody>
          <a:bodyPr/>
          <a:lstStyle/>
          <a:p>
            <a:fld id="{00000000-1234-1234-1234-123412341234}" type="slidenum">
              <a:rPr lang="en-GB" smtClean="0"/>
              <a:pPr/>
              <a:t>5</a:t>
            </a:fld>
            <a:endParaRPr lang="en-GB"/>
          </a:p>
        </p:txBody>
      </p:sp>
    </p:spTree>
    <p:extLst>
      <p:ext uri="{BB962C8B-B14F-4D97-AF65-F5344CB8AC3E}">
        <p14:creationId xmlns:p14="http://schemas.microsoft.com/office/powerpoint/2010/main" val="1625154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6AFB-F04B-0D05-2C03-C985A239914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3F4E915-11AA-D340-62CD-3DDFFA4C5025}"/>
              </a:ext>
            </a:extLst>
          </p:cNvPr>
          <p:cNvSpPr>
            <a:spLocks noGrp="1"/>
          </p:cNvSpPr>
          <p:nvPr>
            <p:ph type="title"/>
          </p:nvPr>
        </p:nvSpPr>
        <p:spPr>
          <a:xfrm>
            <a:off x="970722" y="98630"/>
            <a:ext cx="10515600" cy="782357"/>
          </a:xfrm>
        </p:spPr>
        <p:txBody>
          <a:bodyPr/>
          <a:lstStyle/>
          <a:p>
            <a:r>
              <a:rPr lang="fr-BE" dirty="0"/>
              <a:t>3. </a:t>
            </a:r>
            <a:r>
              <a:rPr lang="fr-BE" dirty="0" err="1"/>
              <a:t>Linear</a:t>
            </a:r>
            <a:r>
              <a:rPr lang="fr-BE" dirty="0"/>
              <a:t> </a:t>
            </a:r>
            <a:r>
              <a:rPr lang="fr-BE" dirty="0" err="1"/>
              <a:t>filters</a:t>
            </a:r>
            <a:endParaRPr lang="en-GB" dirty="0"/>
          </a:p>
        </p:txBody>
      </p:sp>
      <mc:AlternateContent xmlns:mc="http://schemas.openxmlformats.org/markup-compatibility/2006">
        <mc:Choice xmlns:a14="http://schemas.microsoft.com/office/drawing/2010/main" Requires="a14">
          <p:sp>
            <p:nvSpPr>
              <p:cNvPr id="3" name="Espace réservé du contenu 2">
                <a:extLst>
                  <a:ext uri="{FF2B5EF4-FFF2-40B4-BE49-F238E27FC236}">
                    <a16:creationId xmlns:a16="http://schemas.microsoft.com/office/drawing/2014/main" id="{3C94E51F-5AFA-32B4-9645-9C665D68DC1D}"/>
                  </a:ext>
                </a:extLst>
              </p:cNvPr>
              <p:cNvSpPr>
                <a:spLocks noGrp="1"/>
              </p:cNvSpPr>
              <p:nvPr>
                <p:ph sz="half" idx="2"/>
              </p:nvPr>
            </p:nvSpPr>
            <p:spPr>
              <a:xfrm>
                <a:off x="970722" y="1320799"/>
                <a:ext cx="10515597" cy="4775327"/>
              </a:xfrm>
            </p:spPr>
            <p:txBody>
              <a:bodyPr/>
              <a:lstStyle/>
              <a:p>
                <a14:m>
                  <m:oMath xmlns:m="http://schemas.openxmlformats.org/officeDocument/2006/math">
                    <m:sSub>
                      <m:sSubPr>
                        <m:ctrlPr>
                          <a:rPr lang="fr-BE" sz="2800" b="0" i="1" smtClean="0">
                            <a:latin typeface="Cambria Math" panose="02040503050406030204" pitchFamily="18" charset="0"/>
                          </a:rPr>
                        </m:ctrlPr>
                      </m:sSubPr>
                      <m:e>
                        <m:r>
                          <a:rPr lang="fr-BE" sz="2800" b="0" i="1" smtClean="0">
                            <a:latin typeface="Cambria Math" panose="02040503050406030204" pitchFamily="18" charset="0"/>
                          </a:rPr>
                          <m:t>𝑦</m:t>
                        </m:r>
                      </m:e>
                      <m:sub>
                        <m:r>
                          <a:rPr lang="fr-BE" sz="2800" b="0" i="1" smtClean="0">
                            <a:latin typeface="Cambria Math" panose="02040503050406030204" pitchFamily="18" charset="0"/>
                          </a:rPr>
                          <m:t>𝑡</m:t>
                        </m:r>
                      </m:sub>
                    </m:sSub>
                    <m:r>
                      <a:rPr lang="fr-BE" sz="2800" b="0" i="1" smtClean="0">
                        <a:latin typeface="Cambria Math" panose="02040503050406030204" pitchFamily="18" charset="0"/>
                      </a:rPr>
                      <m:t>=</m:t>
                    </m:r>
                    <m:nary>
                      <m:naryPr>
                        <m:chr m:val="∑"/>
                        <m:ctrlPr>
                          <a:rPr lang="fr-BE" sz="2800" b="0" i="1" smtClean="0">
                            <a:latin typeface="Cambria Math" panose="02040503050406030204" pitchFamily="18" charset="0"/>
                          </a:rPr>
                        </m:ctrlPr>
                      </m:naryPr>
                      <m:sub>
                        <m:r>
                          <m:rPr>
                            <m:brk m:alnAt="23"/>
                          </m:rPr>
                          <a:rPr lang="fr-BE" sz="2800" b="0" i="1" smtClean="0">
                            <a:latin typeface="Cambria Math" panose="02040503050406030204" pitchFamily="18" charset="0"/>
                          </a:rPr>
                          <m:t>𝑖</m:t>
                        </m:r>
                        <m:r>
                          <a:rPr lang="fr-BE" sz="2800" b="0" i="1" smtClean="0">
                            <a:latin typeface="Cambria Math" panose="02040503050406030204" pitchFamily="18" charset="0"/>
                          </a:rPr>
                          <m:t>=−∞</m:t>
                        </m:r>
                      </m:sub>
                      <m:sup>
                        <m:r>
                          <a:rPr lang="fr-BE" sz="2800" b="0" i="1" smtClean="0">
                            <a:latin typeface="Cambria Math" panose="02040503050406030204" pitchFamily="18" charset="0"/>
                          </a:rPr>
                          <m:t>+</m:t>
                        </m:r>
                        <m:r>
                          <a:rPr lang="fr-BE" sz="2800" b="0" i="1" smtClean="0">
                            <a:latin typeface="Cambria Math" panose="02040503050406030204" pitchFamily="18" charset="0"/>
                            <a:ea typeface="Cambria Math" panose="02040503050406030204" pitchFamily="18" charset="0"/>
                          </a:rPr>
                          <m:t>∞</m:t>
                        </m:r>
                      </m:sup>
                      <m:e>
                        <m:sSub>
                          <m:sSubPr>
                            <m:ctrlPr>
                              <a:rPr lang="fr-BE" sz="2800" b="0" i="1" smtClean="0">
                                <a:latin typeface="Cambria Math" panose="02040503050406030204" pitchFamily="18" charset="0"/>
                                <a:ea typeface="Cambria Math" panose="02040503050406030204" pitchFamily="18" charset="0"/>
                              </a:rPr>
                            </m:ctrlPr>
                          </m:sSubPr>
                          <m:e>
                            <m:r>
                              <a:rPr lang="fr-BE" sz="2800" b="0" i="1" smtClean="0">
                                <a:latin typeface="Cambria Math" panose="02040503050406030204" pitchFamily="18" charset="0"/>
                                <a:ea typeface="Cambria Math" panose="02040503050406030204" pitchFamily="18" charset="0"/>
                              </a:rPr>
                              <m:t>𝛽</m:t>
                            </m:r>
                          </m:e>
                          <m:sub>
                            <m:r>
                              <a:rPr lang="fr-BE" sz="2800" b="0" i="1" smtClean="0">
                                <a:latin typeface="Cambria Math" panose="02040503050406030204" pitchFamily="18" charset="0"/>
                              </a:rPr>
                              <m:t>𝑖</m:t>
                            </m:r>
                          </m:sub>
                        </m:sSub>
                        <m:sSub>
                          <m:sSubPr>
                            <m:ctrlPr>
                              <a:rPr lang="fr-BE" sz="2800" b="0" i="1" smtClean="0">
                                <a:latin typeface="Cambria Math" panose="02040503050406030204" pitchFamily="18" charset="0"/>
                              </a:rPr>
                            </m:ctrlPr>
                          </m:sSubPr>
                          <m:e>
                            <m:r>
                              <a:rPr lang="fr-BE" sz="2800" b="0" i="1" smtClean="0">
                                <a:latin typeface="Cambria Math" panose="02040503050406030204" pitchFamily="18" charset="0"/>
                              </a:rPr>
                              <m:t>𝑥</m:t>
                            </m:r>
                          </m:e>
                          <m:sub>
                            <m:r>
                              <a:rPr lang="fr-BE" sz="2800" b="0" i="1" smtClean="0">
                                <a:latin typeface="Cambria Math" panose="02040503050406030204" pitchFamily="18" charset="0"/>
                              </a:rPr>
                              <m:t>𝑡</m:t>
                            </m:r>
                            <m:r>
                              <a:rPr lang="fr-BE" sz="2800" b="0" i="1" smtClean="0">
                                <a:latin typeface="Cambria Math" panose="02040503050406030204" pitchFamily="18" charset="0"/>
                              </a:rPr>
                              <m:t>−</m:t>
                            </m:r>
                            <m:r>
                              <a:rPr lang="fr-BE" sz="2800" b="0" i="1" smtClean="0">
                                <a:latin typeface="Cambria Math" panose="02040503050406030204" pitchFamily="18" charset="0"/>
                              </a:rPr>
                              <m:t>𝑖</m:t>
                            </m:r>
                          </m:sub>
                        </m:sSub>
                      </m:e>
                    </m:nary>
                  </m:oMath>
                </a14:m>
                <a:r>
                  <a:rPr lang="en-GB" sz="2800" dirty="0"/>
                  <a:t>, </a:t>
                </a:r>
                <a14:m>
                  <m:oMath xmlns:m="http://schemas.openxmlformats.org/officeDocument/2006/math">
                    <m:d>
                      <m:dPr>
                        <m:begChr m:val="{"/>
                        <m:endChr m:val="}"/>
                        <m:ctrlPr>
                          <a:rPr lang="fr-BE" sz="2800" i="1" smtClean="0">
                            <a:latin typeface="Cambria Math" panose="02040503050406030204" pitchFamily="18" charset="0"/>
                            <a:ea typeface="Cambria Math" panose="02040503050406030204" pitchFamily="18" charset="0"/>
                          </a:rPr>
                        </m:ctrlPr>
                      </m:dPr>
                      <m:e>
                        <m:sSub>
                          <m:sSubPr>
                            <m:ctrlPr>
                              <a:rPr lang="fr-BE" sz="2800" i="1" smtClean="0">
                                <a:latin typeface="Cambria Math" panose="02040503050406030204" pitchFamily="18" charset="0"/>
                                <a:ea typeface="Cambria Math" panose="02040503050406030204" pitchFamily="18" charset="0"/>
                              </a:rPr>
                            </m:ctrlPr>
                          </m:sSubPr>
                          <m:e>
                            <m:r>
                              <a:rPr lang="fr-BE" sz="2800" i="1" smtClean="0">
                                <a:latin typeface="Cambria Math" panose="02040503050406030204" pitchFamily="18" charset="0"/>
                                <a:ea typeface="Cambria Math" panose="02040503050406030204" pitchFamily="18" charset="0"/>
                              </a:rPr>
                              <m:t>𝛽</m:t>
                            </m:r>
                          </m:e>
                          <m:sub>
                            <m:r>
                              <a:rPr lang="fr-BE" sz="2800" b="0" i="1" smtClean="0">
                                <a:latin typeface="Cambria Math" panose="02040503050406030204" pitchFamily="18" charset="0"/>
                              </a:rPr>
                              <m:t>𝑖</m:t>
                            </m:r>
                          </m:sub>
                        </m:sSub>
                      </m:e>
                    </m:d>
                    <m:r>
                      <a:rPr lang="fr-BE" sz="2800" b="1" i="1" smtClean="0">
                        <a:latin typeface="Cambria Math" panose="02040503050406030204" pitchFamily="18" charset="0"/>
                        <a:ea typeface="Cambria Math" panose="02040503050406030204" pitchFamily="18" charset="0"/>
                      </a:rPr>
                      <m:t>≡</m:t>
                    </m:r>
                    <m:r>
                      <a:rPr lang="fr-BE" sz="2800" b="0" i="1" smtClean="0">
                        <a:latin typeface="Cambria Math" panose="02040503050406030204" pitchFamily="18" charset="0"/>
                        <a:ea typeface="Cambria Math" panose="02040503050406030204" pitchFamily="18" charset="0"/>
                      </a:rPr>
                      <m:t>𝑙𝑖𝑛𝑒𝑎𝑟</m:t>
                    </m:r>
                    <m:r>
                      <a:rPr lang="fr-BE" sz="2800" b="0" i="1" smtClean="0">
                        <a:latin typeface="Cambria Math" panose="02040503050406030204" pitchFamily="18" charset="0"/>
                        <a:ea typeface="Cambria Math" panose="02040503050406030204" pitchFamily="18" charset="0"/>
                      </a:rPr>
                      <m:t> </m:t>
                    </m:r>
                    <m:r>
                      <a:rPr lang="fr-BE" sz="2800" b="0" i="1" smtClean="0">
                        <a:latin typeface="Cambria Math" panose="02040503050406030204" pitchFamily="18" charset="0"/>
                        <a:ea typeface="Cambria Math" panose="02040503050406030204" pitchFamily="18" charset="0"/>
                      </a:rPr>
                      <m:t>𝑓𝑖𝑙𝑡𝑒𝑟</m:t>
                    </m:r>
                  </m:oMath>
                </a14:m>
                <a:endParaRPr lang="en-GB" sz="2800" dirty="0"/>
              </a:p>
              <a:p>
                <a:endParaRPr lang="en-GB" sz="2800" dirty="0"/>
              </a:p>
              <a:p>
                <a:r>
                  <a:rPr lang="en-GB" sz="2800" dirty="0"/>
                  <a:t>Backward, forward operators: </a:t>
                </a:r>
                <a14:m>
                  <m:oMath xmlns:m="http://schemas.openxmlformats.org/officeDocument/2006/math">
                    <m:sSup>
                      <m:sSupPr>
                        <m:ctrlPr>
                          <a:rPr lang="fr-BE" sz="2800" b="0" i="1" smtClean="0">
                            <a:latin typeface="Cambria Math" panose="02040503050406030204" pitchFamily="18" charset="0"/>
                          </a:rPr>
                        </m:ctrlPr>
                      </m:sSupPr>
                      <m:e>
                        <m:r>
                          <a:rPr lang="fr-BE" sz="2800" b="0" i="1" smtClean="0">
                            <a:latin typeface="Cambria Math" panose="02040503050406030204" pitchFamily="18" charset="0"/>
                          </a:rPr>
                          <m:t>𝐵</m:t>
                        </m:r>
                      </m:e>
                      <m:sup>
                        <m:r>
                          <a:rPr lang="fr-BE" sz="2800" b="0" i="1" smtClean="0">
                            <a:latin typeface="Cambria Math" panose="02040503050406030204" pitchFamily="18" charset="0"/>
                          </a:rPr>
                          <m:t>𝑘</m:t>
                        </m:r>
                      </m:sup>
                    </m:sSup>
                    <m:sSub>
                      <m:sSubPr>
                        <m:ctrlPr>
                          <a:rPr lang="fr-BE" sz="2800" b="0" i="1" smtClean="0">
                            <a:latin typeface="Cambria Math" panose="02040503050406030204" pitchFamily="18" charset="0"/>
                          </a:rPr>
                        </m:ctrlPr>
                      </m:sSubPr>
                      <m:e>
                        <m:r>
                          <a:rPr lang="fr-BE" sz="2800" b="0" i="1" smtClean="0">
                            <a:latin typeface="Cambria Math" panose="02040503050406030204" pitchFamily="18" charset="0"/>
                          </a:rPr>
                          <m:t>𝑥</m:t>
                        </m:r>
                      </m:e>
                      <m:sub>
                        <m:r>
                          <a:rPr lang="fr-BE" sz="2800" b="0" i="1" smtClean="0">
                            <a:latin typeface="Cambria Math" panose="02040503050406030204" pitchFamily="18" charset="0"/>
                          </a:rPr>
                          <m:t>𝑡</m:t>
                        </m:r>
                      </m:sub>
                    </m:sSub>
                    <m:r>
                      <a:rPr lang="fr-BE" sz="2800" b="0" i="1" smtClean="0">
                        <a:latin typeface="Cambria Math" panose="02040503050406030204" pitchFamily="18" charset="0"/>
                      </a:rPr>
                      <m:t>=</m:t>
                    </m:r>
                    <m:sSub>
                      <m:sSubPr>
                        <m:ctrlPr>
                          <a:rPr lang="fr-BE" sz="2800" b="0" i="1" smtClean="0">
                            <a:latin typeface="Cambria Math" panose="02040503050406030204" pitchFamily="18" charset="0"/>
                          </a:rPr>
                        </m:ctrlPr>
                      </m:sSubPr>
                      <m:e>
                        <m:r>
                          <a:rPr lang="fr-BE" sz="2800" b="0" i="1" smtClean="0">
                            <a:latin typeface="Cambria Math" panose="02040503050406030204" pitchFamily="18" charset="0"/>
                          </a:rPr>
                          <m:t>𝑥</m:t>
                        </m:r>
                      </m:e>
                      <m:sub>
                        <m:r>
                          <a:rPr lang="fr-BE" sz="2800" b="0" i="1" smtClean="0">
                            <a:latin typeface="Cambria Math" panose="02040503050406030204" pitchFamily="18" charset="0"/>
                          </a:rPr>
                          <m:t>𝑡</m:t>
                        </m:r>
                        <m:r>
                          <a:rPr lang="fr-BE" sz="2800" b="0" i="1" smtClean="0">
                            <a:latin typeface="Cambria Math" panose="02040503050406030204" pitchFamily="18" charset="0"/>
                          </a:rPr>
                          <m:t>−</m:t>
                        </m:r>
                        <m:r>
                          <a:rPr lang="fr-BE" sz="2800" b="0" i="1" smtClean="0">
                            <a:latin typeface="Cambria Math" panose="02040503050406030204" pitchFamily="18" charset="0"/>
                          </a:rPr>
                          <m:t>𝑘</m:t>
                        </m:r>
                      </m:sub>
                    </m:sSub>
                    <m:r>
                      <a:rPr lang="fr-BE" sz="2800" b="0" i="1" smtClean="0">
                        <a:latin typeface="Cambria Math" panose="02040503050406030204" pitchFamily="18" charset="0"/>
                      </a:rPr>
                      <m:t>,</m:t>
                    </m:r>
                    <m:sSup>
                      <m:sSupPr>
                        <m:ctrlPr>
                          <a:rPr lang="fr-BE" sz="2800" b="0" i="1" smtClean="0">
                            <a:latin typeface="Cambria Math" panose="02040503050406030204" pitchFamily="18" charset="0"/>
                          </a:rPr>
                        </m:ctrlPr>
                      </m:sSupPr>
                      <m:e>
                        <m:r>
                          <a:rPr lang="fr-BE" sz="2800" b="0" i="1" smtClean="0">
                            <a:latin typeface="Cambria Math" panose="02040503050406030204" pitchFamily="18" charset="0"/>
                          </a:rPr>
                          <m:t>𝐹</m:t>
                        </m:r>
                      </m:e>
                      <m:sup>
                        <m:r>
                          <a:rPr lang="fr-BE" sz="2800" i="1">
                            <a:latin typeface="Cambria Math" panose="02040503050406030204" pitchFamily="18" charset="0"/>
                          </a:rPr>
                          <m:t>𝑘</m:t>
                        </m:r>
                      </m:sup>
                    </m:sSup>
                    <m:sSub>
                      <m:sSubPr>
                        <m:ctrlPr>
                          <a:rPr lang="fr-BE" sz="2800" i="1">
                            <a:latin typeface="Cambria Math" panose="02040503050406030204" pitchFamily="18" charset="0"/>
                          </a:rPr>
                        </m:ctrlPr>
                      </m:sSubPr>
                      <m:e>
                        <m:r>
                          <a:rPr lang="fr-BE" sz="2800" i="1">
                            <a:latin typeface="Cambria Math" panose="02040503050406030204" pitchFamily="18" charset="0"/>
                          </a:rPr>
                          <m:t>𝑥</m:t>
                        </m:r>
                      </m:e>
                      <m:sub>
                        <m:r>
                          <a:rPr lang="fr-BE" sz="2800" i="1">
                            <a:latin typeface="Cambria Math" panose="02040503050406030204" pitchFamily="18" charset="0"/>
                          </a:rPr>
                          <m:t>𝑡</m:t>
                        </m:r>
                      </m:sub>
                    </m:sSub>
                    <m:r>
                      <a:rPr lang="fr-BE" sz="2800" i="1">
                        <a:latin typeface="Cambria Math" panose="02040503050406030204" pitchFamily="18" charset="0"/>
                      </a:rPr>
                      <m:t>=</m:t>
                    </m:r>
                    <m:sSub>
                      <m:sSubPr>
                        <m:ctrlPr>
                          <a:rPr lang="fr-BE" sz="2800" i="1">
                            <a:latin typeface="Cambria Math" panose="02040503050406030204" pitchFamily="18" charset="0"/>
                          </a:rPr>
                        </m:ctrlPr>
                      </m:sSubPr>
                      <m:e>
                        <m:r>
                          <a:rPr lang="fr-BE" sz="2800" i="1">
                            <a:latin typeface="Cambria Math" panose="02040503050406030204" pitchFamily="18" charset="0"/>
                          </a:rPr>
                          <m:t>𝑥</m:t>
                        </m:r>
                      </m:e>
                      <m:sub>
                        <m:r>
                          <a:rPr lang="fr-BE" sz="2800" i="1">
                            <a:latin typeface="Cambria Math" panose="02040503050406030204" pitchFamily="18" charset="0"/>
                          </a:rPr>
                          <m:t>𝑡</m:t>
                        </m:r>
                        <m:r>
                          <a:rPr lang="fr-BE" sz="2800" b="0" i="1" smtClean="0">
                            <a:latin typeface="Cambria Math" panose="02040503050406030204" pitchFamily="18" charset="0"/>
                          </a:rPr>
                          <m:t>+</m:t>
                        </m:r>
                        <m:r>
                          <a:rPr lang="fr-BE" sz="2800" i="1">
                            <a:latin typeface="Cambria Math" panose="02040503050406030204" pitchFamily="18" charset="0"/>
                          </a:rPr>
                          <m:t>𝑘</m:t>
                        </m:r>
                      </m:sub>
                    </m:sSub>
                  </m:oMath>
                </a14:m>
                <a:endParaRPr lang="en-GB" sz="2800" dirty="0"/>
              </a:p>
              <a:p>
                <a:endParaRPr lang="en-GB" sz="2800" i="1" dirty="0">
                  <a:latin typeface="Cambria Math" panose="02040503050406030204" pitchFamily="18" charset="0"/>
                </a:endParaRPr>
              </a:p>
              <a:p>
                <a14:m>
                  <m:oMath xmlns:m="http://schemas.openxmlformats.org/officeDocument/2006/math">
                    <m:sSub>
                      <m:sSubPr>
                        <m:ctrlPr>
                          <a:rPr lang="fr-BE" sz="2800" b="0" i="1" smtClean="0">
                            <a:latin typeface="Cambria Math" panose="02040503050406030204" pitchFamily="18" charset="0"/>
                          </a:rPr>
                        </m:ctrlPr>
                      </m:sSubPr>
                      <m:e>
                        <m:r>
                          <a:rPr lang="fr-BE" sz="2800" b="0" i="1" smtClean="0">
                            <a:latin typeface="Cambria Math" panose="02040503050406030204" pitchFamily="18" charset="0"/>
                          </a:rPr>
                          <m:t>𝑦</m:t>
                        </m:r>
                      </m:e>
                      <m:sub>
                        <m:r>
                          <a:rPr lang="fr-BE" sz="2800" b="0" i="1" smtClean="0">
                            <a:latin typeface="Cambria Math" panose="02040503050406030204" pitchFamily="18" charset="0"/>
                          </a:rPr>
                          <m:t>𝑡</m:t>
                        </m:r>
                      </m:sub>
                    </m:sSub>
                    <m:r>
                      <a:rPr lang="fr-BE" sz="2800" b="0" i="1" smtClean="0">
                        <a:latin typeface="Cambria Math" panose="02040503050406030204" pitchFamily="18" charset="0"/>
                      </a:rPr>
                      <m:t>=</m:t>
                    </m:r>
                    <m:r>
                      <a:rPr lang="fr-BE" sz="2800" b="0" i="1" smtClean="0">
                        <a:latin typeface="Cambria Math" panose="02040503050406030204" pitchFamily="18" charset="0"/>
                      </a:rPr>
                      <m:t>𝑃</m:t>
                    </m:r>
                    <m:d>
                      <m:dPr>
                        <m:ctrlPr>
                          <a:rPr lang="fr-BE" sz="2800" b="0" i="1" smtClean="0">
                            <a:latin typeface="Cambria Math" panose="02040503050406030204" pitchFamily="18" charset="0"/>
                          </a:rPr>
                        </m:ctrlPr>
                      </m:dPr>
                      <m:e>
                        <m:r>
                          <a:rPr lang="fr-BE" sz="2800" b="0" i="1" smtClean="0">
                            <a:latin typeface="Cambria Math" panose="02040503050406030204" pitchFamily="18" charset="0"/>
                          </a:rPr>
                          <m:t>𝐵</m:t>
                        </m:r>
                      </m:e>
                    </m:d>
                    <m:sSub>
                      <m:sSubPr>
                        <m:ctrlPr>
                          <a:rPr lang="fr-BE" sz="2800" b="0" i="1" smtClean="0">
                            <a:latin typeface="Cambria Math" panose="02040503050406030204" pitchFamily="18" charset="0"/>
                          </a:rPr>
                        </m:ctrlPr>
                      </m:sSubPr>
                      <m:e>
                        <m:r>
                          <a:rPr lang="fr-BE" sz="2800" b="0" i="1" smtClean="0">
                            <a:latin typeface="Cambria Math" panose="02040503050406030204" pitchFamily="18" charset="0"/>
                          </a:rPr>
                          <m:t>𝑥</m:t>
                        </m:r>
                      </m:e>
                      <m:sub>
                        <m:r>
                          <a:rPr lang="fr-BE" sz="2800" b="0" i="1" smtClean="0">
                            <a:latin typeface="Cambria Math" panose="02040503050406030204" pitchFamily="18" charset="0"/>
                          </a:rPr>
                          <m:t>𝑡</m:t>
                        </m:r>
                      </m:sub>
                    </m:sSub>
                  </m:oMath>
                </a14:m>
                <a:r>
                  <a:rPr lang="en-GB" sz="2800" dirty="0"/>
                  <a:t>, </a:t>
                </a:r>
                <a14:m>
                  <m:oMath xmlns:m="http://schemas.openxmlformats.org/officeDocument/2006/math">
                    <m:r>
                      <a:rPr lang="fr-BE" sz="2800" i="1">
                        <a:latin typeface="Cambria Math" panose="02040503050406030204" pitchFamily="18" charset="0"/>
                      </a:rPr>
                      <m:t>𝑃</m:t>
                    </m:r>
                    <m:d>
                      <m:dPr>
                        <m:ctrlPr>
                          <a:rPr lang="fr-BE" sz="2800" i="1">
                            <a:latin typeface="Cambria Math" panose="02040503050406030204" pitchFamily="18" charset="0"/>
                          </a:rPr>
                        </m:ctrlPr>
                      </m:dPr>
                      <m:e>
                        <m:r>
                          <a:rPr lang="fr-BE" sz="2800" i="1">
                            <a:latin typeface="Cambria Math" panose="02040503050406030204" pitchFamily="18" charset="0"/>
                          </a:rPr>
                          <m:t>𝐵</m:t>
                        </m:r>
                      </m:e>
                    </m:d>
                    <m:sSub>
                      <m:sSubPr>
                        <m:ctrlPr>
                          <a:rPr lang="fr-BE" sz="2800" i="1">
                            <a:latin typeface="Cambria Math" panose="02040503050406030204" pitchFamily="18" charset="0"/>
                          </a:rPr>
                        </m:ctrlPr>
                      </m:sSubPr>
                      <m:e>
                        <m:r>
                          <a:rPr lang="fr-BE" sz="2800" i="1">
                            <a:latin typeface="Cambria Math" panose="02040503050406030204" pitchFamily="18" charset="0"/>
                          </a:rPr>
                          <m:t>𝑦</m:t>
                        </m:r>
                      </m:e>
                      <m:sub>
                        <m:r>
                          <a:rPr lang="fr-BE" sz="2800" i="1">
                            <a:latin typeface="Cambria Math" panose="02040503050406030204" pitchFamily="18" charset="0"/>
                          </a:rPr>
                          <m:t>𝑡</m:t>
                        </m:r>
                      </m:sub>
                    </m:sSub>
                    <m:r>
                      <a:rPr lang="fr-BE" sz="2800" i="1">
                        <a:latin typeface="Cambria Math" panose="02040503050406030204" pitchFamily="18" charset="0"/>
                      </a:rPr>
                      <m:t>=</m:t>
                    </m:r>
                    <m:sSub>
                      <m:sSubPr>
                        <m:ctrlPr>
                          <a:rPr lang="fr-BE" sz="2800" i="1">
                            <a:latin typeface="Cambria Math" panose="02040503050406030204" pitchFamily="18" charset="0"/>
                          </a:rPr>
                        </m:ctrlPr>
                      </m:sSubPr>
                      <m:e>
                        <m:r>
                          <a:rPr lang="fr-BE" sz="2800" i="1">
                            <a:latin typeface="Cambria Math" panose="02040503050406030204" pitchFamily="18" charset="0"/>
                          </a:rPr>
                          <m:t>𝑥</m:t>
                        </m:r>
                      </m:e>
                      <m:sub>
                        <m:r>
                          <a:rPr lang="fr-BE" sz="2800" i="1">
                            <a:latin typeface="Cambria Math" panose="02040503050406030204" pitchFamily="18" charset="0"/>
                          </a:rPr>
                          <m:t>𝑡</m:t>
                        </m:r>
                      </m:sub>
                    </m:sSub>
                  </m:oMath>
                </a14:m>
                <a:r>
                  <a:rPr lang="en-GB" sz="2800" dirty="0"/>
                  <a:t>, </a:t>
                </a:r>
                <a14:m>
                  <m:oMath xmlns:m="http://schemas.openxmlformats.org/officeDocument/2006/math">
                    <m:r>
                      <a:rPr lang="fr-BE" sz="2800" i="1">
                        <a:latin typeface="Cambria Math" panose="02040503050406030204" pitchFamily="18" charset="0"/>
                      </a:rPr>
                      <m:t>𝑃</m:t>
                    </m:r>
                    <m:d>
                      <m:dPr>
                        <m:ctrlPr>
                          <a:rPr lang="fr-BE" sz="2800" i="1">
                            <a:latin typeface="Cambria Math" panose="02040503050406030204" pitchFamily="18" charset="0"/>
                          </a:rPr>
                        </m:ctrlPr>
                      </m:dPr>
                      <m:e>
                        <m:r>
                          <a:rPr lang="fr-BE" sz="2800" i="1">
                            <a:latin typeface="Cambria Math" panose="02040503050406030204" pitchFamily="18" charset="0"/>
                          </a:rPr>
                          <m:t>𝐵</m:t>
                        </m:r>
                      </m:e>
                    </m:d>
                    <m:sSub>
                      <m:sSubPr>
                        <m:ctrlPr>
                          <a:rPr lang="fr-BE" sz="2800" i="1">
                            <a:latin typeface="Cambria Math" panose="02040503050406030204" pitchFamily="18" charset="0"/>
                          </a:rPr>
                        </m:ctrlPr>
                      </m:sSubPr>
                      <m:e>
                        <m:r>
                          <a:rPr lang="fr-BE" sz="2800" i="1">
                            <a:latin typeface="Cambria Math" panose="02040503050406030204" pitchFamily="18" charset="0"/>
                          </a:rPr>
                          <m:t>𝑦</m:t>
                        </m:r>
                      </m:e>
                      <m:sub>
                        <m:r>
                          <a:rPr lang="fr-BE" sz="2800" i="1">
                            <a:latin typeface="Cambria Math" panose="02040503050406030204" pitchFamily="18" charset="0"/>
                          </a:rPr>
                          <m:t>𝑡</m:t>
                        </m:r>
                      </m:sub>
                    </m:sSub>
                    <m:r>
                      <a:rPr lang="fr-BE" sz="2800" i="1">
                        <a:latin typeface="Cambria Math" panose="02040503050406030204" pitchFamily="18" charset="0"/>
                      </a:rPr>
                      <m:t>=</m:t>
                    </m:r>
                    <m:sSub>
                      <m:sSubPr>
                        <m:ctrlPr>
                          <a:rPr lang="fr-BE" sz="2800" b="0" i="1" smtClean="0">
                            <a:latin typeface="Cambria Math" panose="02040503050406030204" pitchFamily="18" charset="0"/>
                          </a:rPr>
                        </m:ctrlPr>
                      </m:sSubPr>
                      <m:e>
                        <m:r>
                          <a:rPr lang="fr-BE" sz="2800" b="0" i="1" smtClean="0">
                            <a:latin typeface="Cambria Math" panose="02040503050406030204" pitchFamily="18" charset="0"/>
                          </a:rPr>
                          <m:t>𝑄</m:t>
                        </m:r>
                        <m:r>
                          <a:rPr lang="fr-BE" sz="2800" b="0" i="1" smtClean="0">
                            <a:latin typeface="Cambria Math" panose="02040503050406030204" pitchFamily="18" charset="0"/>
                          </a:rPr>
                          <m:t>(</m:t>
                        </m:r>
                        <m:r>
                          <a:rPr lang="fr-BE" sz="2800" b="0" i="1" smtClean="0">
                            <a:latin typeface="Cambria Math" panose="02040503050406030204" pitchFamily="18" charset="0"/>
                          </a:rPr>
                          <m:t>𝐵</m:t>
                        </m:r>
                        <m:r>
                          <a:rPr lang="fr-BE" sz="2800" b="0" i="1" smtClean="0">
                            <a:latin typeface="Cambria Math" panose="02040503050406030204" pitchFamily="18" charset="0"/>
                          </a:rPr>
                          <m:t>)</m:t>
                        </m:r>
                        <m:r>
                          <a:rPr lang="fr-BE" sz="2800" i="1">
                            <a:latin typeface="Cambria Math" panose="02040503050406030204" pitchFamily="18" charset="0"/>
                          </a:rPr>
                          <m:t>𝑥</m:t>
                        </m:r>
                      </m:e>
                      <m:sub>
                        <m:r>
                          <a:rPr lang="fr-BE" sz="2800" i="1">
                            <a:latin typeface="Cambria Math" panose="02040503050406030204" pitchFamily="18" charset="0"/>
                          </a:rPr>
                          <m:t>𝑡</m:t>
                        </m:r>
                      </m:sub>
                    </m:sSub>
                  </m:oMath>
                </a14:m>
                <a:endParaRPr lang="en-GB" sz="2800" dirty="0"/>
              </a:p>
              <a:p>
                <a:pPr lvl="1"/>
                <a14:m>
                  <m:oMath xmlns:m="http://schemas.openxmlformats.org/officeDocument/2006/math">
                    <m:sSub>
                      <m:sSubPr>
                        <m:ctrlPr>
                          <a:rPr lang="fr-BE" sz="2400" b="0" i="1" smtClean="0">
                            <a:latin typeface="Cambria Math" panose="02040503050406030204" pitchFamily="18" charset="0"/>
                          </a:rPr>
                        </m:ctrlPr>
                      </m:sSubPr>
                      <m:e>
                        <m:r>
                          <a:rPr lang="fr-BE" sz="2400" b="0" i="1" smtClean="0">
                            <a:latin typeface="Cambria Math" panose="02040503050406030204" pitchFamily="18" charset="0"/>
                          </a:rPr>
                          <m:t>𝑦</m:t>
                        </m:r>
                      </m:e>
                      <m:sub>
                        <m:r>
                          <a:rPr lang="fr-BE" sz="2400" b="0" i="1" smtClean="0">
                            <a:latin typeface="Cambria Math" panose="02040503050406030204" pitchFamily="18" charset="0"/>
                          </a:rPr>
                          <m:t>𝑡</m:t>
                        </m:r>
                      </m:sub>
                    </m:sSub>
                    <m:r>
                      <a:rPr lang="fr-BE" sz="2400" b="0" i="1" smtClean="0">
                        <a:latin typeface="Cambria Math" panose="02040503050406030204" pitchFamily="18" charset="0"/>
                      </a:rPr>
                      <m:t>=</m:t>
                    </m:r>
                    <m:sSub>
                      <m:sSubPr>
                        <m:ctrlPr>
                          <a:rPr lang="fr-BE" sz="2400" b="0" i="1" smtClean="0">
                            <a:latin typeface="Cambria Math" panose="02040503050406030204" pitchFamily="18" charset="0"/>
                          </a:rPr>
                        </m:ctrlPr>
                      </m:sSubPr>
                      <m:e>
                        <m:r>
                          <a:rPr lang="fr-BE" sz="2400" b="0" i="1" smtClean="0">
                            <a:latin typeface="Cambria Math" panose="02040503050406030204" pitchFamily="18" charset="0"/>
                          </a:rPr>
                          <m:t>𝑥</m:t>
                        </m:r>
                      </m:e>
                      <m:sub>
                        <m:r>
                          <a:rPr lang="fr-BE" sz="2400" i="1">
                            <a:latin typeface="Cambria Math" panose="02040503050406030204" pitchFamily="18" charset="0"/>
                          </a:rPr>
                          <m:t>𝑡</m:t>
                        </m:r>
                      </m:sub>
                    </m:sSub>
                    <m:r>
                      <a:rPr lang="fr-BE" sz="2400" b="0" i="1" smtClean="0">
                        <a:latin typeface="Cambria Math" panose="02040503050406030204" pitchFamily="18" charset="0"/>
                      </a:rPr>
                      <m:t>−</m:t>
                    </m:r>
                    <m:sSub>
                      <m:sSubPr>
                        <m:ctrlPr>
                          <a:rPr lang="fr-BE" sz="2400" b="0" i="1" smtClean="0">
                            <a:latin typeface="Cambria Math" panose="02040503050406030204" pitchFamily="18" charset="0"/>
                          </a:rPr>
                        </m:ctrlPr>
                      </m:sSubPr>
                      <m:e>
                        <m:r>
                          <a:rPr lang="fr-BE" sz="2400" b="0" i="1" smtClean="0">
                            <a:latin typeface="Cambria Math" panose="02040503050406030204" pitchFamily="18" charset="0"/>
                          </a:rPr>
                          <m:t>𝑥</m:t>
                        </m:r>
                      </m:e>
                      <m:sub>
                        <m:r>
                          <a:rPr lang="fr-BE" sz="2400" i="1">
                            <a:latin typeface="Cambria Math" panose="02040503050406030204" pitchFamily="18" charset="0"/>
                          </a:rPr>
                          <m:t>𝑡</m:t>
                        </m:r>
                        <m:r>
                          <a:rPr lang="fr-BE" sz="2400" b="0" i="1" smtClean="0">
                            <a:latin typeface="Cambria Math" panose="02040503050406030204" pitchFamily="18" charset="0"/>
                          </a:rPr>
                          <m:t>−1</m:t>
                        </m:r>
                      </m:sub>
                    </m:sSub>
                  </m:oMath>
                </a14:m>
                <a:endParaRPr lang="en-GB" sz="2400" dirty="0"/>
              </a:p>
              <a:p>
                <a:pPr lvl="1"/>
                <a14:m>
                  <m:oMath xmlns:m="http://schemas.openxmlformats.org/officeDocument/2006/math">
                    <m:sSub>
                      <m:sSubPr>
                        <m:ctrlPr>
                          <a:rPr lang="fr-BE" sz="2400" i="1">
                            <a:latin typeface="Cambria Math" panose="02040503050406030204" pitchFamily="18" charset="0"/>
                          </a:rPr>
                        </m:ctrlPr>
                      </m:sSubPr>
                      <m:e>
                        <m:r>
                          <a:rPr lang="fr-BE" sz="2400" i="1">
                            <a:latin typeface="Cambria Math" panose="02040503050406030204" pitchFamily="18" charset="0"/>
                          </a:rPr>
                          <m:t>𝑦</m:t>
                        </m:r>
                      </m:e>
                      <m:sub>
                        <m:r>
                          <a:rPr lang="fr-BE" sz="2400" i="1">
                            <a:latin typeface="Cambria Math" panose="02040503050406030204" pitchFamily="18" charset="0"/>
                          </a:rPr>
                          <m:t>𝑡</m:t>
                        </m:r>
                      </m:sub>
                    </m:sSub>
                    <m:r>
                      <a:rPr lang="fr-BE" sz="2400" b="0" i="1" smtClean="0">
                        <a:latin typeface="Cambria Math" panose="02040503050406030204" pitchFamily="18" charset="0"/>
                      </a:rPr>
                      <m:t>−0.9</m:t>
                    </m:r>
                    <m:sSub>
                      <m:sSubPr>
                        <m:ctrlPr>
                          <a:rPr lang="fr-BE" sz="2400" i="1">
                            <a:latin typeface="Cambria Math" panose="02040503050406030204" pitchFamily="18" charset="0"/>
                          </a:rPr>
                        </m:ctrlPr>
                      </m:sSubPr>
                      <m:e>
                        <m:r>
                          <a:rPr lang="fr-BE" sz="2400" i="1">
                            <a:latin typeface="Cambria Math" panose="02040503050406030204" pitchFamily="18" charset="0"/>
                          </a:rPr>
                          <m:t>𝑦</m:t>
                        </m:r>
                      </m:e>
                      <m:sub>
                        <m:r>
                          <a:rPr lang="fr-BE" sz="2400" i="1">
                            <a:latin typeface="Cambria Math" panose="02040503050406030204" pitchFamily="18" charset="0"/>
                          </a:rPr>
                          <m:t>𝑡</m:t>
                        </m:r>
                        <m:r>
                          <a:rPr lang="fr-BE" sz="2400" b="0" i="1" smtClean="0">
                            <a:latin typeface="Cambria Math" panose="02040503050406030204" pitchFamily="18" charset="0"/>
                          </a:rPr>
                          <m:t>−1</m:t>
                        </m:r>
                      </m:sub>
                    </m:sSub>
                    <m:r>
                      <a:rPr lang="fr-BE" sz="2400" i="1">
                        <a:latin typeface="Cambria Math" panose="02040503050406030204" pitchFamily="18" charset="0"/>
                      </a:rPr>
                      <m:t>=</m:t>
                    </m:r>
                    <m:sSub>
                      <m:sSubPr>
                        <m:ctrlPr>
                          <a:rPr lang="fr-BE" sz="2400" i="1">
                            <a:latin typeface="Cambria Math" panose="02040503050406030204" pitchFamily="18" charset="0"/>
                          </a:rPr>
                        </m:ctrlPr>
                      </m:sSubPr>
                      <m:e>
                        <m:r>
                          <a:rPr lang="fr-BE" sz="2400" i="1">
                            <a:latin typeface="Cambria Math" panose="02040503050406030204" pitchFamily="18" charset="0"/>
                          </a:rPr>
                          <m:t>𝑥</m:t>
                        </m:r>
                      </m:e>
                      <m:sub>
                        <m:r>
                          <a:rPr lang="fr-BE" sz="2400" i="1">
                            <a:latin typeface="Cambria Math" panose="02040503050406030204" pitchFamily="18" charset="0"/>
                          </a:rPr>
                          <m:t>𝑡</m:t>
                        </m:r>
                      </m:sub>
                    </m:sSub>
                  </m:oMath>
                </a14:m>
                <a:r>
                  <a:rPr lang="en-GB" sz="2400" dirty="0"/>
                  <a:t> or </a:t>
                </a:r>
                <a14:m>
                  <m:oMath xmlns:m="http://schemas.openxmlformats.org/officeDocument/2006/math">
                    <m:sSub>
                      <m:sSubPr>
                        <m:ctrlPr>
                          <a:rPr lang="fr-BE" sz="2400" i="1">
                            <a:latin typeface="Cambria Math" panose="02040503050406030204" pitchFamily="18" charset="0"/>
                          </a:rPr>
                        </m:ctrlPr>
                      </m:sSubPr>
                      <m:e>
                        <m:r>
                          <a:rPr lang="fr-BE" sz="2400" i="1">
                            <a:latin typeface="Cambria Math" panose="02040503050406030204" pitchFamily="18" charset="0"/>
                          </a:rPr>
                          <m:t>𝑦</m:t>
                        </m:r>
                      </m:e>
                      <m:sub>
                        <m:r>
                          <a:rPr lang="fr-BE" sz="2400" i="1">
                            <a:latin typeface="Cambria Math" panose="02040503050406030204" pitchFamily="18" charset="0"/>
                          </a:rPr>
                          <m:t>𝑡</m:t>
                        </m:r>
                      </m:sub>
                    </m:sSub>
                    <m:r>
                      <a:rPr lang="fr-BE" sz="2400" b="0" i="1" smtClean="0">
                        <a:latin typeface="Cambria Math" panose="02040503050406030204" pitchFamily="18" charset="0"/>
                      </a:rPr>
                      <m:t>=</m:t>
                    </m:r>
                    <m:sSub>
                      <m:sSubPr>
                        <m:ctrlPr>
                          <a:rPr lang="fr-BE" sz="2400" i="1">
                            <a:latin typeface="Cambria Math" panose="02040503050406030204" pitchFamily="18" charset="0"/>
                          </a:rPr>
                        </m:ctrlPr>
                      </m:sSubPr>
                      <m:e>
                        <m:r>
                          <a:rPr lang="fr-BE" sz="2400" i="1">
                            <a:latin typeface="Cambria Math" panose="02040503050406030204" pitchFamily="18" charset="0"/>
                          </a:rPr>
                          <m:t>𝑥</m:t>
                        </m:r>
                      </m:e>
                      <m:sub>
                        <m:r>
                          <a:rPr lang="fr-BE" sz="2400" i="1">
                            <a:latin typeface="Cambria Math" panose="02040503050406030204" pitchFamily="18" charset="0"/>
                          </a:rPr>
                          <m:t>𝑡</m:t>
                        </m:r>
                      </m:sub>
                    </m:sSub>
                    <m:r>
                      <a:rPr lang="fr-BE" sz="2400" b="0" i="1" smtClean="0">
                        <a:latin typeface="Cambria Math" panose="02040503050406030204" pitchFamily="18" charset="0"/>
                      </a:rPr>
                      <m:t>+</m:t>
                    </m:r>
                    <m:r>
                      <a:rPr lang="fr-BE" sz="2400" i="1">
                        <a:latin typeface="Cambria Math" panose="02040503050406030204" pitchFamily="18" charset="0"/>
                      </a:rPr>
                      <m:t>0.9</m:t>
                    </m:r>
                    <m:sSub>
                      <m:sSubPr>
                        <m:ctrlPr>
                          <a:rPr lang="fr-BE" sz="2400" b="0" i="1" smtClean="0">
                            <a:latin typeface="Cambria Math" panose="02040503050406030204" pitchFamily="18" charset="0"/>
                          </a:rPr>
                        </m:ctrlPr>
                      </m:sSubPr>
                      <m:e>
                        <m:r>
                          <a:rPr lang="fr-BE" sz="2400" b="0" i="1" smtClean="0">
                            <a:latin typeface="Cambria Math" panose="02040503050406030204" pitchFamily="18" charset="0"/>
                          </a:rPr>
                          <m:t>𝑥</m:t>
                        </m:r>
                      </m:e>
                      <m:sub>
                        <m:r>
                          <a:rPr lang="fr-BE" sz="2400" i="1">
                            <a:latin typeface="Cambria Math" panose="02040503050406030204" pitchFamily="18" charset="0"/>
                          </a:rPr>
                          <m:t>𝑡</m:t>
                        </m:r>
                        <m:r>
                          <a:rPr lang="fr-BE" sz="2400" i="1">
                            <a:latin typeface="Cambria Math" panose="02040503050406030204" pitchFamily="18" charset="0"/>
                          </a:rPr>
                          <m:t>−1</m:t>
                        </m:r>
                      </m:sub>
                    </m:sSub>
                    <m:r>
                      <a:rPr lang="fr-BE" sz="2400" b="0" i="1" smtClean="0">
                        <a:latin typeface="Cambria Math" panose="02040503050406030204" pitchFamily="18" charset="0"/>
                      </a:rPr>
                      <m:t>+</m:t>
                    </m:r>
                    <m:r>
                      <a:rPr lang="fr-BE" sz="2400" i="1">
                        <a:latin typeface="Cambria Math" panose="02040503050406030204" pitchFamily="18" charset="0"/>
                      </a:rPr>
                      <m:t>0.</m:t>
                    </m:r>
                    <m:r>
                      <a:rPr lang="fr-BE" sz="2400" b="0" i="1" smtClean="0">
                        <a:latin typeface="Cambria Math" panose="02040503050406030204" pitchFamily="18" charset="0"/>
                      </a:rPr>
                      <m:t>81</m:t>
                    </m:r>
                    <m:sSub>
                      <m:sSubPr>
                        <m:ctrlPr>
                          <a:rPr lang="fr-BE" sz="2400" i="1">
                            <a:latin typeface="Cambria Math" panose="02040503050406030204" pitchFamily="18" charset="0"/>
                          </a:rPr>
                        </m:ctrlPr>
                      </m:sSubPr>
                      <m:e>
                        <m:r>
                          <a:rPr lang="fr-BE" sz="2400" i="1">
                            <a:latin typeface="Cambria Math" panose="02040503050406030204" pitchFamily="18" charset="0"/>
                          </a:rPr>
                          <m:t>𝑥</m:t>
                        </m:r>
                      </m:e>
                      <m:sub>
                        <m:r>
                          <a:rPr lang="fr-BE" sz="2400" i="1">
                            <a:latin typeface="Cambria Math" panose="02040503050406030204" pitchFamily="18" charset="0"/>
                          </a:rPr>
                          <m:t>𝑡</m:t>
                        </m:r>
                        <m:r>
                          <a:rPr lang="fr-BE" sz="2400" i="1">
                            <a:latin typeface="Cambria Math" panose="02040503050406030204" pitchFamily="18" charset="0"/>
                          </a:rPr>
                          <m:t>−2</m:t>
                        </m:r>
                      </m:sub>
                    </m:sSub>
                    <m:r>
                      <a:rPr lang="fr-BE" sz="2400" i="1">
                        <a:latin typeface="Cambria Math" panose="02040503050406030204" pitchFamily="18" charset="0"/>
                      </a:rPr>
                      <m:t>+</m:t>
                    </m:r>
                  </m:oMath>
                </a14:m>
                <a:r>
                  <a:rPr lang="en-GB" sz="2400" dirty="0"/>
                  <a:t>…</a:t>
                </a:r>
              </a:p>
              <a:p>
                <a14:m>
                  <m:oMath xmlns:m="http://schemas.openxmlformats.org/officeDocument/2006/math">
                    <m:sSub>
                      <m:sSubPr>
                        <m:ctrlPr>
                          <a:rPr lang="fr-BE" sz="2800" b="0" i="1" smtClean="0">
                            <a:latin typeface="Cambria Math" panose="02040503050406030204" pitchFamily="18" charset="0"/>
                          </a:rPr>
                        </m:ctrlPr>
                      </m:sSubPr>
                      <m:e>
                        <m:r>
                          <a:rPr lang="fr-BE" sz="2800" b="0" i="1" smtClean="0">
                            <a:latin typeface="Cambria Math" panose="02040503050406030204" pitchFamily="18" charset="0"/>
                          </a:rPr>
                          <m:t>𝑦</m:t>
                        </m:r>
                      </m:e>
                      <m:sub>
                        <m:r>
                          <a:rPr lang="fr-BE" sz="2800" b="0" i="1" smtClean="0">
                            <a:latin typeface="Cambria Math" panose="02040503050406030204" pitchFamily="18" charset="0"/>
                          </a:rPr>
                          <m:t>𝑡</m:t>
                        </m:r>
                      </m:sub>
                    </m:sSub>
                    <m:r>
                      <a:rPr lang="fr-BE" sz="2800" b="0" i="1" smtClean="0">
                        <a:latin typeface="Cambria Math" panose="02040503050406030204" pitchFamily="18" charset="0"/>
                      </a:rPr>
                      <m:t>=</m:t>
                    </m:r>
                    <m:r>
                      <a:rPr lang="fr-BE" sz="2800" b="0" i="1" smtClean="0">
                        <a:latin typeface="Cambria Math" panose="02040503050406030204" pitchFamily="18" charset="0"/>
                      </a:rPr>
                      <m:t>𝑃</m:t>
                    </m:r>
                    <m:d>
                      <m:dPr>
                        <m:ctrlPr>
                          <a:rPr lang="fr-BE" sz="2800" b="0" i="1" smtClean="0">
                            <a:latin typeface="Cambria Math" panose="02040503050406030204" pitchFamily="18" charset="0"/>
                          </a:rPr>
                        </m:ctrlPr>
                      </m:dPr>
                      <m:e>
                        <m:r>
                          <a:rPr lang="fr-BE" sz="2800" b="0" i="1" smtClean="0">
                            <a:latin typeface="Cambria Math" panose="02040503050406030204" pitchFamily="18" charset="0"/>
                          </a:rPr>
                          <m:t>𝐵</m:t>
                        </m:r>
                        <m:r>
                          <a:rPr lang="fr-BE" sz="2800" b="0" i="1" smtClean="0">
                            <a:latin typeface="Cambria Math" panose="02040503050406030204" pitchFamily="18" charset="0"/>
                          </a:rPr>
                          <m:t>, </m:t>
                        </m:r>
                        <m:r>
                          <a:rPr lang="fr-BE" sz="2800" b="0" i="1" smtClean="0">
                            <a:latin typeface="Cambria Math" panose="02040503050406030204" pitchFamily="18" charset="0"/>
                          </a:rPr>
                          <m:t>𝐹</m:t>
                        </m:r>
                      </m:e>
                    </m:d>
                    <m:sSub>
                      <m:sSubPr>
                        <m:ctrlPr>
                          <a:rPr lang="fr-BE" sz="2800" b="0" i="1" smtClean="0">
                            <a:latin typeface="Cambria Math" panose="02040503050406030204" pitchFamily="18" charset="0"/>
                          </a:rPr>
                        </m:ctrlPr>
                      </m:sSubPr>
                      <m:e>
                        <m:r>
                          <a:rPr lang="fr-BE" sz="2800" b="0" i="1" smtClean="0">
                            <a:latin typeface="Cambria Math" panose="02040503050406030204" pitchFamily="18" charset="0"/>
                          </a:rPr>
                          <m:t>𝑥</m:t>
                        </m:r>
                      </m:e>
                      <m:sub>
                        <m:r>
                          <a:rPr lang="fr-BE" sz="2800" b="0" i="1" smtClean="0">
                            <a:latin typeface="Cambria Math" panose="02040503050406030204" pitchFamily="18" charset="0"/>
                          </a:rPr>
                          <m:t>𝑡</m:t>
                        </m:r>
                      </m:sub>
                    </m:sSub>
                  </m:oMath>
                </a14:m>
                <a:r>
                  <a:rPr lang="en-GB" sz="2800" dirty="0"/>
                  <a:t>, </a:t>
                </a:r>
                <a14:m>
                  <m:oMath xmlns:m="http://schemas.openxmlformats.org/officeDocument/2006/math">
                    <m:r>
                      <a:rPr lang="fr-BE" sz="2800" i="1">
                        <a:latin typeface="Cambria Math" panose="02040503050406030204" pitchFamily="18" charset="0"/>
                      </a:rPr>
                      <m:t>𝑃</m:t>
                    </m:r>
                    <m:d>
                      <m:dPr>
                        <m:ctrlPr>
                          <a:rPr lang="fr-BE" sz="2800" i="1">
                            <a:latin typeface="Cambria Math" panose="02040503050406030204" pitchFamily="18" charset="0"/>
                          </a:rPr>
                        </m:ctrlPr>
                      </m:dPr>
                      <m:e>
                        <m:r>
                          <a:rPr lang="fr-BE" sz="2800" i="1">
                            <a:latin typeface="Cambria Math" panose="02040503050406030204" pitchFamily="18" charset="0"/>
                          </a:rPr>
                          <m:t>𝐵</m:t>
                        </m:r>
                        <m:r>
                          <a:rPr lang="fr-BE" sz="2800" b="0" i="1" smtClean="0">
                            <a:latin typeface="Cambria Math" panose="02040503050406030204" pitchFamily="18" charset="0"/>
                          </a:rPr>
                          <m:t>, </m:t>
                        </m:r>
                        <m:r>
                          <a:rPr lang="fr-BE" sz="2800" b="0" i="1" smtClean="0">
                            <a:latin typeface="Cambria Math" panose="02040503050406030204" pitchFamily="18" charset="0"/>
                          </a:rPr>
                          <m:t>𝐹</m:t>
                        </m:r>
                      </m:e>
                    </m:d>
                    <m:sSub>
                      <m:sSubPr>
                        <m:ctrlPr>
                          <a:rPr lang="fr-BE" sz="2800" i="1">
                            <a:latin typeface="Cambria Math" panose="02040503050406030204" pitchFamily="18" charset="0"/>
                          </a:rPr>
                        </m:ctrlPr>
                      </m:sSubPr>
                      <m:e>
                        <m:r>
                          <a:rPr lang="fr-BE" sz="2800" i="1">
                            <a:latin typeface="Cambria Math" panose="02040503050406030204" pitchFamily="18" charset="0"/>
                          </a:rPr>
                          <m:t>𝑦</m:t>
                        </m:r>
                      </m:e>
                      <m:sub>
                        <m:r>
                          <a:rPr lang="fr-BE" sz="2800" i="1">
                            <a:latin typeface="Cambria Math" panose="02040503050406030204" pitchFamily="18" charset="0"/>
                          </a:rPr>
                          <m:t>𝑡</m:t>
                        </m:r>
                      </m:sub>
                    </m:sSub>
                    <m:r>
                      <a:rPr lang="fr-BE" sz="2800" i="1">
                        <a:latin typeface="Cambria Math" panose="02040503050406030204" pitchFamily="18" charset="0"/>
                      </a:rPr>
                      <m:t>=</m:t>
                    </m:r>
                    <m:sSub>
                      <m:sSubPr>
                        <m:ctrlPr>
                          <a:rPr lang="fr-BE" sz="2800" i="1">
                            <a:latin typeface="Cambria Math" panose="02040503050406030204" pitchFamily="18" charset="0"/>
                          </a:rPr>
                        </m:ctrlPr>
                      </m:sSubPr>
                      <m:e>
                        <m:r>
                          <a:rPr lang="fr-BE" sz="2800" i="1">
                            <a:latin typeface="Cambria Math" panose="02040503050406030204" pitchFamily="18" charset="0"/>
                          </a:rPr>
                          <m:t>𝑥</m:t>
                        </m:r>
                      </m:e>
                      <m:sub>
                        <m:r>
                          <a:rPr lang="fr-BE" sz="2800" i="1">
                            <a:latin typeface="Cambria Math" panose="02040503050406030204" pitchFamily="18" charset="0"/>
                          </a:rPr>
                          <m:t>𝑡</m:t>
                        </m:r>
                      </m:sub>
                    </m:sSub>
                  </m:oMath>
                </a14:m>
                <a:r>
                  <a:rPr lang="en-GB" sz="2800" dirty="0"/>
                  <a:t>, </a:t>
                </a:r>
                <a14:m>
                  <m:oMath xmlns:m="http://schemas.openxmlformats.org/officeDocument/2006/math">
                    <m:r>
                      <a:rPr lang="fr-BE" sz="2800" i="1">
                        <a:latin typeface="Cambria Math" panose="02040503050406030204" pitchFamily="18" charset="0"/>
                      </a:rPr>
                      <m:t>𝑃</m:t>
                    </m:r>
                    <m:d>
                      <m:dPr>
                        <m:ctrlPr>
                          <a:rPr lang="fr-BE" sz="2800" i="1">
                            <a:latin typeface="Cambria Math" panose="02040503050406030204" pitchFamily="18" charset="0"/>
                          </a:rPr>
                        </m:ctrlPr>
                      </m:dPr>
                      <m:e>
                        <m:r>
                          <a:rPr lang="fr-BE" sz="2800" i="1">
                            <a:latin typeface="Cambria Math" panose="02040503050406030204" pitchFamily="18" charset="0"/>
                          </a:rPr>
                          <m:t>𝐵</m:t>
                        </m:r>
                        <m:r>
                          <a:rPr lang="fr-BE" sz="2800" b="0" i="1" smtClean="0">
                            <a:latin typeface="Cambria Math" panose="02040503050406030204" pitchFamily="18" charset="0"/>
                          </a:rPr>
                          <m:t>, </m:t>
                        </m:r>
                        <m:r>
                          <a:rPr lang="fr-BE" sz="2800" b="0" i="1" smtClean="0">
                            <a:latin typeface="Cambria Math" panose="02040503050406030204" pitchFamily="18" charset="0"/>
                          </a:rPr>
                          <m:t>𝐹</m:t>
                        </m:r>
                      </m:e>
                    </m:d>
                    <m:sSub>
                      <m:sSubPr>
                        <m:ctrlPr>
                          <a:rPr lang="fr-BE" sz="2800" i="1">
                            <a:latin typeface="Cambria Math" panose="02040503050406030204" pitchFamily="18" charset="0"/>
                          </a:rPr>
                        </m:ctrlPr>
                      </m:sSubPr>
                      <m:e>
                        <m:r>
                          <a:rPr lang="fr-BE" sz="2800" i="1">
                            <a:latin typeface="Cambria Math" panose="02040503050406030204" pitchFamily="18" charset="0"/>
                          </a:rPr>
                          <m:t>𝑦</m:t>
                        </m:r>
                      </m:e>
                      <m:sub>
                        <m:r>
                          <a:rPr lang="fr-BE" sz="2800" i="1">
                            <a:latin typeface="Cambria Math" panose="02040503050406030204" pitchFamily="18" charset="0"/>
                          </a:rPr>
                          <m:t>𝑡</m:t>
                        </m:r>
                      </m:sub>
                    </m:sSub>
                    <m:r>
                      <a:rPr lang="fr-BE" sz="2800" i="1">
                        <a:latin typeface="Cambria Math" panose="02040503050406030204" pitchFamily="18" charset="0"/>
                      </a:rPr>
                      <m:t>=</m:t>
                    </m:r>
                    <m:sSub>
                      <m:sSubPr>
                        <m:ctrlPr>
                          <a:rPr lang="fr-BE" sz="2800" b="0" i="1" smtClean="0">
                            <a:latin typeface="Cambria Math" panose="02040503050406030204" pitchFamily="18" charset="0"/>
                          </a:rPr>
                        </m:ctrlPr>
                      </m:sSubPr>
                      <m:e>
                        <m:r>
                          <a:rPr lang="fr-BE" sz="2800" b="0" i="1" smtClean="0">
                            <a:latin typeface="Cambria Math" panose="02040503050406030204" pitchFamily="18" charset="0"/>
                          </a:rPr>
                          <m:t>𝑄</m:t>
                        </m:r>
                        <m:r>
                          <a:rPr lang="fr-BE" sz="2800" b="0" i="1" smtClean="0">
                            <a:latin typeface="Cambria Math" panose="02040503050406030204" pitchFamily="18" charset="0"/>
                          </a:rPr>
                          <m:t>(</m:t>
                        </m:r>
                        <m:r>
                          <a:rPr lang="fr-BE" sz="2800" b="0" i="1" smtClean="0">
                            <a:latin typeface="Cambria Math" panose="02040503050406030204" pitchFamily="18" charset="0"/>
                          </a:rPr>
                          <m:t>𝐵</m:t>
                        </m:r>
                        <m:r>
                          <a:rPr lang="fr-BE" sz="2800" b="0" i="1" smtClean="0">
                            <a:latin typeface="Cambria Math" panose="02040503050406030204" pitchFamily="18" charset="0"/>
                          </a:rPr>
                          <m:t>, </m:t>
                        </m:r>
                        <m:r>
                          <a:rPr lang="fr-BE" sz="2800" b="0" i="1" smtClean="0">
                            <a:latin typeface="Cambria Math" panose="02040503050406030204" pitchFamily="18" charset="0"/>
                          </a:rPr>
                          <m:t>𝐹</m:t>
                        </m:r>
                        <m:r>
                          <a:rPr lang="fr-BE" sz="2800" b="0" i="1" smtClean="0">
                            <a:latin typeface="Cambria Math" panose="02040503050406030204" pitchFamily="18" charset="0"/>
                          </a:rPr>
                          <m:t>)</m:t>
                        </m:r>
                        <m:r>
                          <a:rPr lang="fr-BE" sz="2800" i="1">
                            <a:latin typeface="Cambria Math" panose="02040503050406030204" pitchFamily="18" charset="0"/>
                          </a:rPr>
                          <m:t>𝑥</m:t>
                        </m:r>
                      </m:e>
                      <m:sub>
                        <m:r>
                          <a:rPr lang="fr-BE" sz="2800" i="1">
                            <a:latin typeface="Cambria Math" panose="02040503050406030204" pitchFamily="18" charset="0"/>
                          </a:rPr>
                          <m:t>𝑡</m:t>
                        </m:r>
                      </m:sub>
                    </m:sSub>
                  </m:oMath>
                </a14:m>
                <a:endParaRPr lang="en-GB" sz="2800" dirty="0"/>
              </a:p>
              <a:p>
                <a:pPr lvl="1"/>
                <a14:m>
                  <m:oMath xmlns:m="http://schemas.openxmlformats.org/officeDocument/2006/math">
                    <m:sSub>
                      <m:sSubPr>
                        <m:ctrlPr>
                          <a:rPr lang="fr-BE" sz="2400" b="0" i="1" smtClean="0">
                            <a:latin typeface="Cambria Math" panose="02040503050406030204" pitchFamily="18" charset="0"/>
                          </a:rPr>
                        </m:ctrlPr>
                      </m:sSubPr>
                      <m:e>
                        <m:r>
                          <a:rPr lang="fr-BE" sz="2400" b="0" i="1" smtClean="0">
                            <a:latin typeface="Cambria Math" panose="02040503050406030204" pitchFamily="18" charset="0"/>
                          </a:rPr>
                          <m:t>𝑦</m:t>
                        </m:r>
                      </m:e>
                      <m:sub>
                        <m:r>
                          <a:rPr lang="fr-BE" sz="2400" b="0" i="1" smtClean="0">
                            <a:latin typeface="Cambria Math" panose="02040503050406030204" pitchFamily="18" charset="0"/>
                          </a:rPr>
                          <m:t>𝑡</m:t>
                        </m:r>
                      </m:sub>
                    </m:sSub>
                    <m:r>
                      <a:rPr lang="fr-BE" sz="2400" b="0" i="1" smtClean="0">
                        <a:latin typeface="Cambria Math" panose="02040503050406030204" pitchFamily="18" charset="0"/>
                      </a:rPr>
                      <m:t>=</m:t>
                    </m:r>
                    <m:sSub>
                      <m:sSubPr>
                        <m:ctrlPr>
                          <a:rPr lang="fr-BE" sz="2400" i="1">
                            <a:latin typeface="Cambria Math" panose="02040503050406030204" pitchFamily="18" charset="0"/>
                          </a:rPr>
                        </m:ctrlPr>
                      </m:sSubPr>
                      <m:e>
                        <m:f>
                          <m:fPr>
                            <m:type m:val="skw"/>
                            <m:ctrlPr>
                              <a:rPr lang="fr-BE" sz="2400" i="1">
                                <a:latin typeface="Cambria Math" panose="02040503050406030204" pitchFamily="18" charset="0"/>
                              </a:rPr>
                            </m:ctrlPr>
                          </m:fPr>
                          <m:num>
                            <m:r>
                              <a:rPr lang="fr-BE" sz="2400" i="1">
                                <a:latin typeface="Cambria Math" panose="02040503050406030204" pitchFamily="18" charset="0"/>
                              </a:rPr>
                              <m:t>1</m:t>
                            </m:r>
                          </m:num>
                          <m:den>
                            <m:r>
                              <a:rPr lang="fr-BE" sz="2400" i="1">
                                <a:latin typeface="Cambria Math" panose="02040503050406030204" pitchFamily="18" charset="0"/>
                              </a:rPr>
                              <m:t>3</m:t>
                            </m:r>
                          </m:den>
                        </m:f>
                        <m:r>
                          <a:rPr lang="fr-BE" sz="2400" b="0" i="1" smtClean="0">
                            <a:latin typeface="Cambria Math" panose="02040503050406030204" pitchFamily="18" charset="0"/>
                          </a:rPr>
                          <m:t>𝑥</m:t>
                        </m:r>
                      </m:e>
                      <m:sub>
                        <m:r>
                          <a:rPr lang="fr-BE" sz="2400" b="0" i="1" smtClean="0">
                            <a:latin typeface="Cambria Math" panose="02040503050406030204" pitchFamily="18" charset="0"/>
                          </a:rPr>
                          <m:t>𝑡</m:t>
                        </m:r>
                        <m:r>
                          <a:rPr lang="fr-BE" sz="2400" b="0" i="1" smtClean="0">
                            <a:latin typeface="Cambria Math" panose="02040503050406030204" pitchFamily="18" charset="0"/>
                          </a:rPr>
                          <m:t>+1</m:t>
                        </m:r>
                      </m:sub>
                    </m:sSub>
                    <m:r>
                      <a:rPr lang="fr-BE" sz="2400" b="0" i="1" smtClean="0">
                        <a:latin typeface="Cambria Math" panose="02040503050406030204" pitchFamily="18" charset="0"/>
                      </a:rPr>
                      <m:t>+</m:t>
                    </m:r>
                    <m:f>
                      <m:fPr>
                        <m:type m:val="skw"/>
                        <m:ctrlPr>
                          <a:rPr lang="fr-BE" sz="2400" i="1">
                            <a:latin typeface="Cambria Math" panose="02040503050406030204" pitchFamily="18" charset="0"/>
                          </a:rPr>
                        </m:ctrlPr>
                      </m:fPr>
                      <m:num>
                        <m:r>
                          <a:rPr lang="fr-BE" sz="2400" i="1">
                            <a:latin typeface="Cambria Math" panose="02040503050406030204" pitchFamily="18" charset="0"/>
                          </a:rPr>
                          <m:t>1</m:t>
                        </m:r>
                      </m:num>
                      <m:den>
                        <m:r>
                          <a:rPr lang="fr-BE" sz="2400" i="1">
                            <a:latin typeface="Cambria Math" panose="02040503050406030204" pitchFamily="18" charset="0"/>
                          </a:rPr>
                          <m:t>3</m:t>
                        </m:r>
                      </m:den>
                    </m:f>
                    <m:sSub>
                      <m:sSubPr>
                        <m:ctrlPr>
                          <a:rPr lang="fr-BE" sz="2400" b="0" i="1" smtClean="0">
                            <a:latin typeface="Cambria Math" panose="02040503050406030204" pitchFamily="18" charset="0"/>
                          </a:rPr>
                        </m:ctrlPr>
                      </m:sSubPr>
                      <m:e>
                        <m:r>
                          <a:rPr lang="fr-BE" sz="2400" b="0" i="1" smtClean="0">
                            <a:latin typeface="Cambria Math" panose="02040503050406030204" pitchFamily="18" charset="0"/>
                          </a:rPr>
                          <m:t>𝑥</m:t>
                        </m:r>
                      </m:e>
                      <m:sub>
                        <m:r>
                          <a:rPr lang="fr-BE" sz="2400" i="1">
                            <a:latin typeface="Cambria Math" panose="02040503050406030204" pitchFamily="18" charset="0"/>
                          </a:rPr>
                          <m:t>𝑡</m:t>
                        </m:r>
                      </m:sub>
                    </m:sSub>
                    <m:r>
                      <a:rPr lang="fr-BE" sz="2400" b="0" i="1" smtClean="0">
                        <a:latin typeface="Cambria Math" panose="02040503050406030204" pitchFamily="18" charset="0"/>
                      </a:rPr>
                      <m:t>+</m:t>
                    </m:r>
                    <m:f>
                      <m:fPr>
                        <m:type m:val="skw"/>
                        <m:ctrlPr>
                          <a:rPr lang="fr-BE" sz="2400" b="0" i="1" smtClean="0">
                            <a:latin typeface="Cambria Math" panose="02040503050406030204" pitchFamily="18" charset="0"/>
                          </a:rPr>
                        </m:ctrlPr>
                      </m:fPr>
                      <m:num>
                        <m:r>
                          <a:rPr lang="fr-BE" sz="2400" b="0" i="1" smtClean="0">
                            <a:latin typeface="Cambria Math" panose="02040503050406030204" pitchFamily="18" charset="0"/>
                          </a:rPr>
                          <m:t>1</m:t>
                        </m:r>
                      </m:num>
                      <m:den>
                        <m:r>
                          <a:rPr lang="fr-BE" sz="2400" b="0" i="1" smtClean="0">
                            <a:latin typeface="Cambria Math" panose="02040503050406030204" pitchFamily="18" charset="0"/>
                          </a:rPr>
                          <m:t>3</m:t>
                        </m:r>
                      </m:den>
                    </m:f>
                    <m:sSub>
                      <m:sSubPr>
                        <m:ctrlPr>
                          <a:rPr lang="fr-BE" sz="2400" b="0" i="1" smtClean="0">
                            <a:latin typeface="Cambria Math" panose="02040503050406030204" pitchFamily="18" charset="0"/>
                          </a:rPr>
                        </m:ctrlPr>
                      </m:sSubPr>
                      <m:e>
                        <m:r>
                          <a:rPr lang="fr-BE" sz="2400" b="0" i="1" smtClean="0">
                            <a:latin typeface="Cambria Math" panose="02040503050406030204" pitchFamily="18" charset="0"/>
                          </a:rPr>
                          <m:t>𝑥</m:t>
                        </m:r>
                      </m:e>
                      <m:sub>
                        <m:r>
                          <a:rPr lang="fr-BE" sz="2400" i="1">
                            <a:latin typeface="Cambria Math" panose="02040503050406030204" pitchFamily="18" charset="0"/>
                          </a:rPr>
                          <m:t>𝑡</m:t>
                        </m:r>
                        <m:r>
                          <a:rPr lang="fr-BE" sz="2400" b="0" i="1" smtClean="0">
                            <a:latin typeface="Cambria Math" panose="02040503050406030204" pitchFamily="18" charset="0"/>
                          </a:rPr>
                          <m:t>−1</m:t>
                        </m:r>
                      </m:sub>
                    </m:sSub>
                  </m:oMath>
                </a14:m>
                <a:endParaRPr lang="en-GB" sz="2400" dirty="0"/>
              </a:p>
            </p:txBody>
          </p:sp>
        </mc:Choice>
        <mc:Fallback>
          <p:sp>
            <p:nvSpPr>
              <p:cNvPr id="3" name="Espace réservé du contenu 2">
                <a:extLst>
                  <a:ext uri="{FF2B5EF4-FFF2-40B4-BE49-F238E27FC236}">
                    <a16:creationId xmlns:a16="http://schemas.microsoft.com/office/drawing/2014/main" id="{3C94E51F-5AFA-32B4-9645-9C665D68DC1D}"/>
                  </a:ext>
                </a:extLst>
              </p:cNvPr>
              <p:cNvSpPr>
                <a:spLocks noGrp="1" noRot="1" noChangeAspect="1" noMove="1" noResize="1" noEditPoints="1" noAdjustHandles="1" noChangeArrowheads="1" noChangeShapeType="1" noTextEdit="1"/>
              </p:cNvSpPr>
              <p:nvPr>
                <p:ph sz="half" idx="2"/>
              </p:nvPr>
            </p:nvSpPr>
            <p:spPr>
              <a:xfrm>
                <a:off x="970722" y="1320799"/>
                <a:ext cx="10515597" cy="4775327"/>
              </a:xfrm>
              <a:blipFill>
                <a:blip r:embed="rId2"/>
                <a:stretch>
                  <a:fillRect l="-754" t="-2299" b="-12644"/>
                </a:stretch>
              </a:blipFill>
            </p:spPr>
            <p:txBody>
              <a:bodyPr/>
              <a:lstStyle/>
              <a:p>
                <a:r>
                  <a:rPr lang="en-GB">
                    <a:noFill/>
                  </a:rPr>
                  <a:t> </a:t>
                </a:r>
              </a:p>
            </p:txBody>
          </p:sp>
        </mc:Fallback>
      </mc:AlternateContent>
      <p:sp>
        <p:nvSpPr>
          <p:cNvPr id="5" name="Espace réservé du pied de page 4">
            <a:extLst>
              <a:ext uri="{FF2B5EF4-FFF2-40B4-BE49-F238E27FC236}">
                <a16:creationId xmlns:a16="http://schemas.microsoft.com/office/drawing/2014/main" id="{4D8CD032-FE30-AB77-0471-0EA23EB36C34}"/>
              </a:ext>
            </a:extLst>
          </p:cNvPr>
          <p:cNvSpPr>
            <a:spLocks noGrp="1"/>
          </p:cNvSpPr>
          <p:nvPr>
            <p:ph type="ftr" sz="quarter" idx="4294967295"/>
          </p:nvPr>
        </p:nvSpPr>
        <p:spPr>
          <a:xfrm>
            <a:off x="0" y="0"/>
            <a:ext cx="0" cy="0"/>
          </a:xfrm>
        </p:spPr>
        <p:txBody>
          <a:bodyPr/>
          <a:lstStyle/>
          <a:p>
            <a:r>
              <a:rPr lang="en-GB"/>
              <a:t>Time Series</a:t>
            </a:r>
          </a:p>
        </p:txBody>
      </p:sp>
      <p:sp>
        <p:nvSpPr>
          <p:cNvPr id="4" name="Espace réservé du numéro de diapositive 3">
            <a:extLst>
              <a:ext uri="{FF2B5EF4-FFF2-40B4-BE49-F238E27FC236}">
                <a16:creationId xmlns:a16="http://schemas.microsoft.com/office/drawing/2014/main" id="{FD5DB650-6774-4CEE-8A91-1A43DBF93440}"/>
              </a:ext>
            </a:extLst>
          </p:cNvPr>
          <p:cNvSpPr>
            <a:spLocks noGrp="1"/>
          </p:cNvSpPr>
          <p:nvPr>
            <p:ph type="sldNum" idx="12"/>
          </p:nvPr>
        </p:nvSpPr>
        <p:spPr/>
        <p:txBody>
          <a:bodyPr/>
          <a:lstStyle/>
          <a:p>
            <a:fld id="{00000000-1234-1234-1234-123412341234}" type="slidenum">
              <a:rPr lang="en-GB" smtClean="0"/>
              <a:pPr/>
              <a:t>6</a:t>
            </a:fld>
            <a:endParaRPr lang="en-GB"/>
          </a:p>
        </p:txBody>
      </p:sp>
    </p:spTree>
    <p:extLst>
      <p:ext uri="{BB962C8B-B14F-4D97-AF65-F5344CB8AC3E}">
        <p14:creationId xmlns:p14="http://schemas.microsoft.com/office/powerpoint/2010/main" val="4064315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864819-BBA7-11F0-175A-325CCD935B5B}"/>
              </a:ext>
            </a:extLst>
          </p:cNvPr>
          <p:cNvSpPr>
            <a:spLocks noGrp="1"/>
          </p:cNvSpPr>
          <p:nvPr>
            <p:ph type="title"/>
          </p:nvPr>
        </p:nvSpPr>
        <p:spPr/>
        <p:txBody>
          <a:bodyPr/>
          <a:lstStyle/>
          <a:p>
            <a:r>
              <a:rPr lang="fr-BE" dirty="0"/>
              <a:t>3. </a:t>
            </a:r>
            <a:r>
              <a:rPr lang="fr-BE" dirty="0" err="1"/>
              <a:t>Linear</a:t>
            </a:r>
            <a:r>
              <a:rPr lang="fr-BE" dirty="0"/>
              <a:t> </a:t>
            </a:r>
            <a:r>
              <a:rPr lang="fr-BE" dirty="0" err="1"/>
              <a:t>filters</a:t>
            </a:r>
            <a:r>
              <a:rPr lang="fr-BE" dirty="0"/>
              <a:t>: </a:t>
            </a:r>
            <a:r>
              <a:rPr lang="fr-BE" dirty="0" err="1"/>
              <a:t>properties</a:t>
            </a:r>
            <a:endParaRPr lang="en-GB" dirty="0"/>
          </a:p>
        </p:txBody>
      </p:sp>
      <mc:AlternateContent xmlns:mc="http://schemas.openxmlformats.org/markup-compatibility/2006">
        <mc:Choice xmlns:a14="http://schemas.microsoft.com/office/drawing/2010/main" Requires="a14">
          <p:sp>
            <p:nvSpPr>
              <p:cNvPr id="3" name="Espace réservé du contenu 2">
                <a:extLst>
                  <a:ext uri="{FF2B5EF4-FFF2-40B4-BE49-F238E27FC236}">
                    <a16:creationId xmlns:a16="http://schemas.microsoft.com/office/drawing/2014/main" id="{8D7DF6E2-02FC-6BF7-74B0-85D355BE619F}"/>
                  </a:ext>
                </a:extLst>
              </p:cNvPr>
              <p:cNvSpPr>
                <a:spLocks noGrp="1"/>
              </p:cNvSpPr>
              <p:nvPr>
                <p:ph sz="half" idx="2"/>
              </p:nvPr>
            </p:nvSpPr>
            <p:spPr/>
            <p:txBody>
              <a:bodyPr/>
              <a:lstStyle/>
              <a:p>
                <a:r>
                  <a:rPr lang="en-GB" sz="2800" dirty="0"/>
                  <a:t>Filter: </a:t>
                </a:r>
                <a:endParaRPr lang="fr-BE" sz="2800" i="1" dirty="0">
                  <a:latin typeface="Cambria Math" panose="02040503050406030204" pitchFamily="18" charset="0"/>
                </a:endParaRPr>
              </a:p>
              <a:p>
                <a:pPr marL="0" indent="0">
                  <a:buNone/>
                </a:pPr>
                <a14:m>
                  <m:oMathPara xmlns:m="http://schemas.openxmlformats.org/officeDocument/2006/math">
                    <m:oMath>
                      <m:sSub>
                        <m:sSubPr>
                          <m:ctrlPr>
                            <a:rPr lang="fr-BE" sz="2800" b="0" i="1" smtClean="0">
                              <a:latin typeface="Cambria Math" panose="02040503050406030204" pitchFamily="18" charset="0"/>
                            </a:rPr>
                          </m:ctrlPr>
                        </m:sSubPr>
                        <m:e>
                          <m:r>
                            <a:rPr lang="fr-BE" sz="2800" b="0" i="1" smtClean="0">
                              <a:latin typeface="Cambria Math" panose="02040503050406030204" pitchFamily="18" charset="0"/>
                            </a:rPr>
                            <m:t>𝑦</m:t>
                          </m:r>
                        </m:e>
                        <m:sub>
                          <m:r>
                            <a:rPr lang="fr-BE" sz="2800" b="0" i="1" smtClean="0">
                              <a:latin typeface="Cambria Math" panose="02040503050406030204" pitchFamily="18" charset="0"/>
                            </a:rPr>
                            <m:t>𝑡</m:t>
                          </m:r>
                        </m:sub>
                      </m:sSub>
                      <m:r>
                        <a:rPr lang="fr-BE" sz="2800" b="0" i="1" smtClean="0">
                          <a:latin typeface="Cambria Math" panose="02040503050406030204" pitchFamily="18" charset="0"/>
                        </a:rPr>
                        <m:t>=</m:t>
                      </m:r>
                      <m:nary>
                        <m:naryPr>
                          <m:chr m:val="∑"/>
                          <m:ctrlPr>
                            <a:rPr lang="fr-BE" sz="2800" b="0" i="1" smtClean="0">
                              <a:latin typeface="Cambria Math" panose="02040503050406030204" pitchFamily="18" charset="0"/>
                            </a:rPr>
                          </m:ctrlPr>
                        </m:naryPr>
                        <m:sub>
                          <m:r>
                            <a:rPr lang="fr-BE" sz="2800" b="0" i="1" smtClean="0">
                              <a:latin typeface="Cambria Math" panose="02040503050406030204" pitchFamily="18" charset="0"/>
                            </a:rPr>
                            <m:t>𝑗</m:t>
                          </m:r>
                          <m:r>
                            <a:rPr lang="fr-BE" sz="2800" b="0" i="1" smtClean="0">
                              <a:latin typeface="Cambria Math" panose="02040503050406030204" pitchFamily="18" charset="0"/>
                            </a:rPr>
                            <m:t>=−∞</m:t>
                          </m:r>
                        </m:sub>
                        <m:sup>
                          <m:r>
                            <a:rPr lang="fr-BE" sz="2800" b="0" i="1" smtClean="0">
                              <a:latin typeface="Cambria Math" panose="02040503050406030204" pitchFamily="18" charset="0"/>
                            </a:rPr>
                            <m:t>+</m:t>
                          </m:r>
                          <m:r>
                            <a:rPr lang="fr-BE" sz="2800" b="0" i="1" smtClean="0">
                              <a:latin typeface="Cambria Math" panose="02040503050406030204" pitchFamily="18" charset="0"/>
                              <a:ea typeface="Cambria Math" panose="02040503050406030204" pitchFamily="18" charset="0"/>
                            </a:rPr>
                            <m:t>∞</m:t>
                          </m:r>
                        </m:sup>
                        <m:e>
                          <m:sSub>
                            <m:sSubPr>
                              <m:ctrlPr>
                                <a:rPr lang="fr-BE" sz="2800" b="0" i="1" smtClean="0">
                                  <a:latin typeface="Cambria Math" panose="02040503050406030204" pitchFamily="18" charset="0"/>
                                  <a:ea typeface="Cambria Math" panose="02040503050406030204" pitchFamily="18" charset="0"/>
                                </a:rPr>
                              </m:ctrlPr>
                            </m:sSubPr>
                            <m:e>
                              <m:r>
                                <a:rPr lang="fr-BE" sz="2800" b="0" i="1" smtClean="0">
                                  <a:latin typeface="Cambria Math" panose="02040503050406030204" pitchFamily="18" charset="0"/>
                                  <a:ea typeface="Cambria Math" panose="02040503050406030204" pitchFamily="18" charset="0"/>
                                </a:rPr>
                                <m:t>𝛽</m:t>
                              </m:r>
                            </m:e>
                            <m:sub>
                              <m:r>
                                <a:rPr lang="fr-BE" sz="2800" b="0" i="1" smtClean="0">
                                  <a:latin typeface="Cambria Math" panose="02040503050406030204" pitchFamily="18" charset="0"/>
                                  <a:ea typeface="Cambria Math" panose="02040503050406030204" pitchFamily="18" charset="0"/>
                                </a:rPr>
                                <m:t>𝑗</m:t>
                              </m:r>
                            </m:sub>
                          </m:sSub>
                          <m:sSub>
                            <m:sSubPr>
                              <m:ctrlPr>
                                <a:rPr lang="fr-BE" sz="2800" b="0" i="1" smtClean="0">
                                  <a:latin typeface="Cambria Math" panose="02040503050406030204" pitchFamily="18" charset="0"/>
                                </a:rPr>
                              </m:ctrlPr>
                            </m:sSubPr>
                            <m:e>
                              <m:r>
                                <a:rPr lang="fr-BE" sz="2800" b="0" i="1" smtClean="0">
                                  <a:latin typeface="Cambria Math" panose="02040503050406030204" pitchFamily="18" charset="0"/>
                                </a:rPr>
                                <m:t>𝑥</m:t>
                              </m:r>
                            </m:e>
                            <m:sub>
                              <m:r>
                                <a:rPr lang="fr-BE" sz="2800" b="0" i="1" smtClean="0">
                                  <a:latin typeface="Cambria Math" panose="02040503050406030204" pitchFamily="18" charset="0"/>
                                </a:rPr>
                                <m:t>𝑡</m:t>
                              </m:r>
                              <m:r>
                                <a:rPr lang="fr-BE" sz="2800" b="0" i="1" smtClean="0">
                                  <a:latin typeface="Cambria Math" panose="02040503050406030204" pitchFamily="18" charset="0"/>
                                </a:rPr>
                                <m:t>−</m:t>
                              </m:r>
                              <m:r>
                                <a:rPr lang="fr-BE" sz="2800" b="0" i="1" smtClean="0">
                                  <a:latin typeface="Cambria Math" panose="02040503050406030204" pitchFamily="18" charset="0"/>
                                </a:rPr>
                                <m:t>𝑗</m:t>
                              </m:r>
                            </m:sub>
                          </m:sSub>
                        </m:e>
                      </m:nary>
                    </m:oMath>
                  </m:oMathPara>
                </a14:m>
                <a:endParaRPr lang="fr-BE" sz="2800" dirty="0"/>
              </a:p>
              <a:p>
                <a:r>
                  <a:rPr lang="fr-BE" sz="2800" dirty="0"/>
                  <a:t>Frequency </a:t>
                </a:r>
                <a:r>
                  <a:rPr lang="fr-BE" sz="2800" dirty="0" err="1"/>
                  <a:t>response</a:t>
                </a:r>
                <a:r>
                  <a:rPr lang="fr-BE" sz="2800" dirty="0"/>
                  <a:t>:</a:t>
                </a:r>
              </a:p>
              <a:p>
                <a:pPr marL="0" indent="0">
                  <a:buNone/>
                </a:pPr>
                <a14:m>
                  <m:oMathPara xmlns:m="http://schemas.openxmlformats.org/officeDocument/2006/math">
                    <m:oMath>
                      <m:r>
                        <a:rPr lang="fr-BE" sz="2800" i="1" smtClean="0">
                          <a:latin typeface="Cambria Math" panose="02040503050406030204" pitchFamily="18" charset="0"/>
                        </a:rPr>
                        <m:t>𝐹</m:t>
                      </m:r>
                      <m:r>
                        <a:rPr lang="fr-BE" sz="2800" b="0" i="1" smtClean="0">
                          <a:latin typeface="Cambria Math" panose="02040503050406030204" pitchFamily="18" charset="0"/>
                        </a:rPr>
                        <m:t>(</m:t>
                      </m:r>
                      <m:r>
                        <a:rPr lang="fr-BE" sz="2800" b="0" i="1" smtClean="0">
                          <a:latin typeface="Cambria Math" panose="02040503050406030204" pitchFamily="18" charset="0"/>
                          <a:ea typeface="Cambria Math" panose="02040503050406030204" pitchFamily="18" charset="0"/>
                        </a:rPr>
                        <m:t>𝜔</m:t>
                      </m:r>
                      <m:r>
                        <a:rPr lang="fr-BE" sz="2800" b="0" i="1" smtClean="0">
                          <a:latin typeface="Cambria Math" panose="02040503050406030204" pitchFamily="18" charset="0"/>
                          <a:ea typeface="Cambria Math" panose="02040503050406030204" pitchFamily="18" charset="0"/>
                        </a:rPr>
                        <m:t>)=</m:t>
                      </m:r>
                      <m:nary>
                        <m:naryPr>
                          <m:chr m:val="∑"/>
                          <m:ctrlPr>
                            <a:rPr lang="fr-BE" sz="2800" b="0" i="1" smtClean="0">
                              <a:latin typeface="Cambria Math" panose="02040503050406030204" pitchFamily="18" charset="0"/>
                            </a:rPr>
                          </m:ctrlPr>
                        </m:naryPr>
                        <m:sub>
                          <m:r>
                            <a:rPr lang="fr-BE" sz="2800" b="0" i="1" smtClean="0">
                              <a:latin typeface="Cambria Math" panose="02040503050406030204" pitchFamily="18" charset="0"/>
                            </a:rPr>
                            <m:t>𝑗</m:t>
                          </m:r>
                          <m:r>
                            <a:rPr lang="fr-BE" sz="2800" b="0" i="1" smtClean="0">
                              <a:latin typeface="Cambria Math" panose="02040503050406030204" pitchFamily="18" charset="0"/>
                            </a:rPr>
                            <m:t>=−∞</m:t>
                          </m:r>
                        </m:sub>
                        <m:sup>
                          <m:r>
                            <a:rPr lang="fr-BE" sz="2800" b="0" i="1" smtClean="0">
                              <a:latin typeface="Cambria Math" panose="02040503050406030204" pitchFamily="18" charset="0"/>
                            </a:rPr>
                            <m:t>+</m:t>
                          </m:r>
                          <m:r>
                            <a:rPr lang="fr-BE" sz="2800" b="0" i="1" smtClean="0">
                              <a:latin typeface="Cambria Math" panose="02040503050406030204" pitchFamily="18" charset="0"/>
                              <a:ea typeface="Cambria Math" panose="02040503050406030204" pitchFamily="18" charset="0"/>
                            </a:rPr>
                            <m:t>∞</m:t>
                          </m:r>
                        </m:sup>
                        <m:e>
                          <m:sSub>
                            <m:sSubPr>
                              <m:ctrlPr>
                                <a:rPr lang="fr-BE" sz="2800" b="0" i="1" smtClean="0">
                                  <a:latin typeface="Cambria Math" panose="02040503050406030204" pitchFamily="18" charset="0"/>
                                  <a:ea typeface="Cambria Math" panose="02040503050406030204" pitchFamily="18" charset="0"/>
                                </a:rPr>
                              </m:ctrlPr>
                            </m:sSubPr>
                            <m:e>
                              <m:r>
                                <a:rPr lang="fr-BE" sz="2800" b="0" i="1" smtClean="0">
                                  <a:latin typeface="Cambria Math" panose="02040503050406030204" pitchFamily="18" charset="0"/>
                                  <a:ea typeface="Cambria Math" panose="02040503050406030204" pitchFamily="18" charset="0"/>
                                </a:rPr>
                                <m:t>𝛽</m:t>
                              </m:r>
                            </m:e>
                            <m:sub>
                              <m:r>
                                <a:rPr lang="fr-BE" sz="2800" b="0" i="1" smtClean="0">
                                  <a:latin typeface="Cambria Math" panose="02040503050406030204" pitchFamily="18" charset="0"/>
                                  <a:ea typeface="Cambria Math" panose="02040503050406030204" pitchFamily="18" charset="0"/>
                                </a:rPr>
                                <m:t>𝑗</m:t>
                              </m:r>
                            </m:sub>
                          </m:sSub>
                          <m:sSup>
                            <m:sSupPr>
                              <m:ctrlPr>
                                <a:rPr lang="fr-BE" sz="2800" i="1">
                                  <a:latin typeface="Cambria Math" panose="02040503050406030204" pitchFamily="18" charset="0"/>
                                </a:rPr>
                              </m:ctrlPr>
                            </m:sSupPr>
                            <m:e>
                              <m:r>
                                <a:rPr lang="fr-BE" sz="2800" i="1">
                                  <a:latin typeface="Cambria Math" panose="02040503050406030204" pitchFamily="18" charset="0"/>
                                </a:rPr>
                                <m:t>𝑒</m:t>
                              </m:r>
                            </m:e>
                            <m:sup>
                              <m:r>
                                <a:rPr lang="fr-BE" sz="2800" b="0" i="1" smtClean="0">
                                  <a:latin typeface="Cambria Math" panose="02040503050406030204" pitchFamily="18" charset="0"/>
                                </a:rPr>
                                <m:t>−</m:t>
                              </m:r>
                              <m:r>
                                <a:rPr lang="fr-BE" sz="2800" b="0" i="1" smtClean="0">
                                  <a:latin typeface="Cambria Math" panose="02040503050406030204" pitchFamily="18" charset="0"/>
                                </a:rPr>
                                <m:t>𝑖</m:t>
                              </m:r>
                              <m:r>
                                <a:rPr lang="fr-BE" sz="2800" i="1">
                                  <a:latin typeface="Cambria Math" panose="02040503050406030204" pitchFamily="18" charset="0"/>
                                  <a:ea typeface="Cambria Math" panose="02040503050406030204" pitchFamily="18" charset="0"/>
                                </a:rPr>
                                <m:t>𝜔</m:t>
                              </m:r>
                              <m:r>
                                <a:rPr lang="fr-BE" sz="2800" b="0" i="1" smtClean="0">
                                  <a:latin typeface="Cambria Math" panose="02040503050406030204" pitchFamily="18" charset="0"/>
                                  <a:ea typeface="Cambria Math" panose="02040503050406030204" pitchFamily="18" charset="0"/>
                                </a:rPr>
                                <m:t>𝑗</m:t>
                              </m:r>
                            </m:sup>
                          </m:sSup>
                        </m:e>
                      </m:nary>
                    </m:oMath>
                  </m:oMathPara>
                </a14:m>
                <a:endParaRPr lang="fr-BE" sz="2800" dirty="0"/>
              </a:p>
              <a:p>
                <a:r>
                  <a:rPr lang="fr-BE" sz="2800" dirty="0"/>
                  <a:t>Gain, phase</a:t>
                </a:r>
              </a:p>
              <a:p>
                <a:pPr marL="457200" lvl="1" indent="0" algn="ctr">
                  <a:buNone/>
                </a:pPr>
                <a:r>
                  <a:rPr lang="en-GB" sz="2400" dirty="0"/>
                  <a:t>|</a:t>
                </a:r>
                <a14:m>
                  <m:oMath xmlns:m="http://schemas.openxmlformats.org/officeDocument/2006/math">
                    <m:sSub>
                      <m:sSubPr>
                        <m:ctrlPr>
                          <a:rPr lang="fr-BE" sz="2400" b="0" i="1" smtClean="0">
                            <a:latin typeface="Cambria Math" panose="02040503050406030204" pitchFamily="18" charset="0"/>
                          </a:rPr>
                        </m:ctrlPr>
                      </m:sSubPr>
                      <m:e>
                        <m:r>
                          <a:rPr lang="fr-BE" sz="2400" b="0" i="1" smtClean="0">
                            <a:latin typeface="Cambria Math" panose="02040503050406030204" pitchFamily="18" charset="0"/>
                          </a:rPr>
                          <m:t>𝐹</m:t>
                        </m:r>
                      </m:e>
                      <m:sub>
                        <m:r>
                          <a:rPr lang="fr-BE" sz="2400" b="0" i="1" smtClean="0">
                            <a:latin typeface="Cambria Math" panose="02040503050406030204" pitchFamily="18" charset="0"/>
                          </a:rPr>
                          <m:t>𝑡</m:t>
                        </m:r>
                      </m:sub>
                    </m:sSub>
                    <m:d>
                      <m:dPr>
                        <m:ctrlPr>
                          <a:rPr lang="fr-BE" sz="2400" b="0" i="1" smtClean="0">
                            <a:latin typeface="Cambria Math" panose="02040503050406030204" pitchFamily="18" charset="0"/>
                            <a:ea typeface="Cambria Math" panose="02040503050406030204" pitchFamily="18" charset="0"/>
                          </a:rPr>
                        </m:ctrlPr>
                      </m:dPr>
                      <m:e>
                        <m:r>
                          <a:rPr lang="fr-BE" sz="2400" b="0" i="1" smtClean="0">
                            <a:latin typeface="Cambria Math" panose="02040503050406030204" pitchFamily="18" charset="0"/>
                            <a:ea typeface="Cambria Math" panose="02040503050406030204" pitchFamily="18" charset="0"/>
                          </a:rPr>
                          <m:t>𝜔</m:t>
                        </m:r>
                      </m:e>
                    </m:d>
                    <m:r>
                      <a:rPr lang="fr-BE" sz="2400" b="0" i="1" smtClean="0">
                        <a:latin typeface="Cambria Math" panose="02040503050406030204" pitchFamily="18" charset="0"/>
                        <a:ea typeface="Cambria Math" panose="02040503050406030204" pitchFamily="18" charset="0"/>
                      </a:rPr>
                      <m:t>|, </m:t>
                    </m:r>
                    <m:r>
                      <m:rPr>
                        <m:sty m:val="p"/>
                      </m:rPr>
                      <a:rPr lang="fr-BE" sz="2400" b="0" i="0" smtClean="0">
                        <a:latin typeface="Cambria Math" panose="02040503050406030204" pitchFamily="18" charset="0"/>
                        <a:ea typeface="Cambria Math" panose="02040503050406030204" pitchFamily="18" charset="0"/>
                      </a:rPr>
                      <m:t>arg</m:t>
                    </m:r>
                    <m:r>
                      <a:rPr lang="fr-BE" sz="2400" b="0" i="1" smtClean="0">
                        <a:latin typeface="Cambria Math" panose="02040503050406030204" pitchFamily="18" charset="0"/>
                        <a:ea typeface="Cambria Math" panose="02040503050406030204" pitchFamily="18" charset="0"/>
                      </a:rPr>
                      <m:t>⁡(</m:t>
                    </m:r>
                    <m:sSub>
                      <m:sSubPr>
                        <m:ctrlPr>
                          <a:rPr lang="fr-BE" sz="2400" i="1">
                            <a:latin typeface="Cambria Math" panose="02040503050406030204" pitchFamily="18" charset="0"/>
                          </a:rPr>
                        </m:ctrlPr>
                      </m:sSubPr>
                      <m:e>
                        <m:r>
                          <a:rPr lang="fr-BE" sz="2400" i="1">
                            <a:latin typeface="Cambria Math" panose="02040503050406030204" pitchFamily="18" charset="0"/>
                          </a:rPr>
                          <m:t>𝐹</m:t>
                        </m:r>
                      </m:e>
                      <m:sub>
                        <m:r>
                          <a:rPr lang="fr-BE" sz="2400" i="1">
                            <a:latin typeface="Cambria Math" panose="02040503050406030204" pitchFamily="18" charset="0"/>
                          </a:rPr>
                          <m:t>𝑡</m:t>
                        </m:r>
                      </m:sub>
                    </m:sSub>
                    <m:d>
                      <m:dPr>
                        <m:ctrlPr>
                          <a:rPr lang="fr-BE" sz="2400" i="1">
                            <a:latin typeface="Cambria Math" panose="02040503050406030204" pitchFamily="18" charset="0"/>
                            <a:ea typeface="Cambria Math" panose="02040503050406030204" pitchFamily="18" charset="0"/>
                          </a:rPr>
                        </m:ctrlPr>
                      </m:dPr>
                      <m:e>
                        <m:r>
                          <a:rPr lang="fr-BE" sz="2400" i="1">
                            <a:latin typeface="Cambria Math" panose="02040503050406030204" pitchFamily="18" charset="0"/>
                            <a:ea typeface="Cambria Math" panose="02040503050406030204" pitchFamily="18" charset="0"/>
                          </a:rPr>
                          <m:t>𝜔</m:t>
                        </m:r>
                      </m:e>
                    </m:d>
                  </m:oMath>
                </a14:m>
                <a:endParaRPr lang="fr-BE" sz="2400" dirty="0"/>
              </a:p>
              <a:p>
                <a:endParaRPr lang="fr-BE" sz="2800" dirty="0"/>
              </a:p>
              <a:p>
                <a:endParaRPr lang="fr-BE" dirty="0"/>
              </a:p>
              <a:p>
                <a:endParaRPr lang="en-GB" dirty="0"/>
              </a:p>
            </p:txBody>
          </p:sp>
        </mc:Choice>
        <mc:Fallback>
          <p:sp>
            <p:nvSpPr>
              <p:cNvPr id="3" name="Espace réservé du contenu 2">
                <a:extLst>
                  <a:ext uri="{FF2B5EF4-FFF2-40B4-BE49-F238E27FC236}">
                    <a16:creationId xmlns:a16="http://schemas.microsoft.com/office/drawing/2014/main" id="{8D7DF6E2-02FC-6BF7-74B0-85D355BE619F}"/>
                  </a:ext>
                </a:extLst>
              </p:cNvPr>
              <p:cNvSpPr>
                <a:spLocks noGrp="1" noRot="1" noChangeAspect="1" noMove="1" noResize="1" noEditPoints="1" noAdjustHandles="1" noChangeArrowheads="1" noChangeShapeType="1" noTextEdit="1"/>
              </p:cNvSpPr>
              <p:nvPr>
                <p:ph sz="half" idx="2"/>
              </p:nvPr>
            </p:nvSpPr>
            <p:spPr>
              <a:blipFill>
                <a:blip r:embed="rId2"/>
                <a:stretch>
                  <a:fillRect l="-754" t="-1974"/>
                </a:stretch>
              </a:blipFill>
            </p:spPr>
            <p:txBody>
              <a:bodyPr/>
              <a:lstStyle/>
              <a:p>
                <a:r>
                  <a:rPr lang="en-GB">
                    <a:noFill/>
                  </a:rPr>
                  <a:t> </a:t>
                </a:r>
              </a:p>
            </p:txBody>
          </p:sp>
        </mc:Fallback>
      </mc:AlternateContent>
      <p:sp>
        <p:nvSpPr>
          <p:cNvPr id="5" name="Espace réservé du pied de page 4">
            <a:extLst>
              <a:ext uri="{FF2B5EF4-FFF2-40B4-BE49-F238E27FC236}">
                <a16:creationId xmlns:a16="http://schemas.microsoft.com/office/drawing/2014/main" id="{40520FB4-C277-A45E-92E8-2E9FC41465D3}"/>
              </a:ext>
            </a:extLst>
          </p:cNvPr>
          <p:cNvSpPr>
            <a:spLocks noGrp="1"/>
          </p:cNvSpPr>
          <p:nvPr>
            <p:ph type="ftr" sz="quarter" idx="4294967295"/>
          </p:nvPr>
        </p:nvSpPr>
        <p:spPr>
          <a:xfrm>
            <a:off x="0" y="0"/>
            <a:ext cx="0" cy="0"/>
          </a:xfrm>
        </p:spPr>
        <p:txBody>
          <a:bodyPr/>
          <a:lstStyle/>
          <a:p>
            <a:r>
              <a:rPr lang="en-GB"/>
              <a:t>Time Series</a:t>
            </a:r>
          </a:p>
        </p:txBody>
      </p:sp>
      <p:sp>
        <p:nvSpPr>
          <p:cNvPr id="4" name="Espace réservé du numéro de diapositive 3">
            <a:extLst>
              <a:ext uri="{FF2B5EF4-FFF2-40B4-BE49-F238E27FC236}">
                <a16:creationId xmlns:a16="http://schemas.microsoft.com/office/drawing/2014/main" id="{5E7C3401-7E2A-BED3-7424-3505A758F1FC}"/>
              </a:ext>
            </a:extLst>
          </p:cNvPr>
          <p:cNvSpPr>
            <a:spLocks noGrp="1"/>
          </p:cNvSpPr>
          <p:nvPr>
            <p:ph type="sldNum" idx="12"/>
          </p:nvPr>
        </p:nvSpPr>
        <p:spPr/>
        <p:txBody>
          <a:bodyPr/>
          <a:lstStyle/>
          <a:p>
            <a:fld id="{00000000-1234-1234-1234-123412341234}" type="slidenum">
              <a:rPr lang="en-GB" smtClean="0"/>
              <a:pPr/>
              <a:t>7</a:t>
            </a:fld>
            <a:endParaRPr lang="en-GB"/>
          </a:p>
        </p:txBody>
      </p:sp>
    </p:spTree>
    <p:extLst>
      <p:ext uri="{BB962C8B-B14F-4D97-AF65-F5344CB8AC3E}">
        <p14:creationId xmlns:p14="http://schemas.microsoft.com/office/powerpoint/2010/main" val="2887064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8D240-BAF4-8049-74E9-965BF5E3B5A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FA5598F-C847-FDC0-C7EE-F6CDA1841146}"/>
              </a:ext>
            </a:extLst>
          </p:cNvPr>
          <p:cNvSpPr>
            <a:spLocks noGrp="1"/>
          </p:cNvSpPr>
          <p:nvPr>
            <p:ph type="title"/>
          </p:nvPr>
        </p:nvSpPr>
        <p:spPr/>
        <p:txBody>
          <a:bodyPr/>
          <a:lstStyle/>
          <a:p>
            <a:r>
              <a:rPr lang="fr-BE" dirty="0"/>
              <a:t>3. </a:t>
            </a:r>
            <a:r>
              <a:rPr lang="fr-BE" dirty="0" err="1"/>
              <a:t>Linear</a:t>
            </a:r>
            <a:r>
              <a:rPr lang="fr-BE" dirty="0"/>
              <a:t> </a:t>
            </a:r>
            <a:r>
              <a:rPr lang="fr-BE" dirty="0" err="1"/>
              <a:t>filters</a:t>
            </a:r>
            <a:r>
              <a:rPr lang="fr-BE" dirty="0"/>
              <a:t>: </a:t>
            </a:r>
            <a:r>
              <a:rPr lang="fr-BE" dirty="0" err="1"/>
              <a:t>properties</a:t>
            </a:r>
            <a:endParaRPr lang="en-GB" dirty="0"/>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148768B9-BE27-A6ED-6A56-A844613B329A}"/>
                  </a:ext>
                </a:extLst>
              </p:cNvPr>
              <p:cNvSpPr>
                <a:spLocks noGrp="1"/>
              </p:cNvSpPr>
              <p:nvPr>
                <p:ph idx="1"/>
              </p:nvPr>
            </p:nvSpPr>
            <p:spPr/>
            <p:txBody>
              <a:bodyPr/>
              <a:lstStyle/>
              <a:p>
                <a14:m>
                  <m:oMath xmlns:m="http://schemas.openxmlformats.org/officeDocument/2006/math">
                    <m:sSub>
                      <m:sSubPr>
                        <m:ctrlPr>
                          <a:rPr lang="fr-BE" b="0" i="1" smtClean="0">
                            <a:latin typeface="Cambria Math" panose="02040503050406030204" pitchFamily="18" charset="0"/>
                          </a:rPr>
                        </m:ctrlPr>
                      </m:sSubPr>
                      <m:e>
                        <m:r>
                          <a:rPr lang="fr-BE" b="0" i="1" smtClean="0">
                            <a:latin typeface="Cambria Math" panose="02040503050406030204" pitchFamily="18" charset="0"/>
                          </a:rPr>
                          <m:t>𝑦</m:t>
                        </m:r>
                      </m:e>
                      <m:sub>
                        <m:r>
                          <a:rPr lang="fr-BE" b="0" i="1" smtClean="0">
                            <a:latin typeface="Cambria Math" panose="02040503050406030204" pitchFamily="18" charset="0"/>
                          </a:rPr>
                          <m:t>𝑡</m:t>
                        </m:r>
                      </m:sub>
                    </m:sSub>
                    <m:r>
                      <a:rPr lang="fr-BE" b="0" i="1" smtClean="0">
                        <a:latin typeface="Cambria Math" panose="02040503050406030204" pitchFamily="18" charset="0"/>
                      </a:rPr>
                      <m:t>=</m:t>
                    </m:r>
                    <m:sSub>
                      <m:sSubPr>
                        <m:ctrlPr>
                          <a:rPr lang="fr-BE" b="0" i="1" smtClean="0">
                            <a:latin typeface="Cambria Math" panose="02040503050406030204" pitchFamily="18" charset="0"/>
                          </a:rPr>
                        </m:ctrlPr>
                      </m:sSubPr>
                      <m:e>
                        <m:r>
                          <a:rPr lang="fr-BE" b="0" i="1" smtClean="0">
                            <a:latin typeface="Cambria Math" panose="02040503050406030204" pitchFamily="18" charset="0"/>
                          </a:rPr>
                          <m:t>𝑥</m:t>
                        </m:r>
                      </m:e>
                      <m:sub>
                        <m:r>
                          <a:rPr lang="fr-BE" i="1">
                            <a:latin typeface="Cambria Math" panose="02040503050406030204" pitchFamily="18" charset="0"/>
                          </a:rPr>
                          <m:t>𝑡</m:t>
                        </m:r>
                      </m:sub>
                    </m:sSub>
                    <m:r>
                      <a:rPr lang="fr-BE" b="0" i="1" smtClean="0">
                        <a:latin typeface="Cambria Math" panose="02040503050406030204" pitchFamily="18" charset="0"/>
                      </a:rPr>
                      <m:t>−</m:t>
                    </m:r>
                    <m:sSub>
                      <m:sSubPr>
                        <m:ctrlPr>
                          <a:rPr lang="fr-BE" b="0" i="1" smtClean="0">
                            <a:latin typeface="Cambria Math" panose="02040503050406030204" pitchFamily="18" charset="0"/>
                          </a:rPr>
                        </m:ctrlPr>
                      </m:sSubPr>
                      <m:e>
                        <m:r>
                          <a:rPr lang="fr-BE" b="0" i="1" smtClean="0">
                            <a:latin typeface="Cambria Math" panose="02040503050406030204" pitchFamily="18" charset="0"/>
                          </a:rPr>
                          <m:t>𝑥</m:t>
                        </m:r>
                      </m:e>
                      <m:sub>
                        <m:r>
                          <a:rPr lang="fr-BE" i="1">
                            <a:latin typeface="Cambria Math" panose="02040503050406030204" pitchFamily="18" charset="0"/>
                          </a:rPr>
                          <m:t>𝑡</m:t>
                        </m:r>
                        <m:r>
                          <a:rPr lang="fr-BE" b="0" i="1" smtClean="0">
                            <a:latin typeface="Cambria Math" panose="02040503050406030204" pitchFamily="18" charset="0"/>
                          </a:rPr>
                          <m:t>−1</m:t>
                        </m:r>
                      </m:sub>
                    </m:sSub>
                  </m:oMath>
                </a14:m>
                <a:endParaRPr lang="fr-BE" dirty="0"/>
              </a:p>
              <a:p>
                <a:endParaRPr lang="fr-BE" dirty="0"/>
              </a:p>
              <a:p>
                <a:endParaRPr lang="en-GB" dirty="0"/>
              </a:p>
            </p:txBody>
          </p:sp>
        </mc:Choice>
        <mc:Fallback xmlns="">
          <p:sp>
            <p:nvSpPr>
              <p:cNvPr id="3" name="Espace réservé du contenu 2">
                <a:extLst>
                  <a:ext uri="{FF2B5EF4-FFF2-40B4-BE49-F238E27FC236}">
                    <a16:creationId xmlns:a16="http://schemas.microsoft.com/office/drawing/2014/main" id="{148768B9-BE27-A6ED-6A56-A844613B329A}"/>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GB">
                    <a:noFill/>
                  </a:rPr>
                  <a:t> </a:t>
                </a:r>
              </a:p>
            </p:txBody>
          </p:sp>
        </mc:Fallback>
      </mc:AlternateContent>
      <p:sp>
        <p:nvSpPr>
          <p:cNvPr id="5" name="Espace réservé du pied de page 4">
            <a:extLst>
              <a:ext uri="{FF2B5EF4-FFF2-40B4-BE49-F238E27FC236}">
                <a16:creationId xmlns:a16="http://schemas.microsoft.com/office/drawing/2014/main" id="{9E5B8E02-226F-E162-22E1-F0B9ECA05B9E}"/>
              </a:ext>
            </a:extLst>
          </p:cNvPr>
          <p:cNvSpPr>
            <a:spLocks noGrp="1"/>
          </p:cNvSpPr>
          <p:nvPr>
            <p:ph type="ftr" sz="quarter" idx="11"/>
          </p:nvPr>
        </p:nvSpPr>
        <p:spPr/>
        <p:txBody>
          <a:bodyPr/>
          <a:lstStyle/>
          <a:p>
            <a:r>
              <a:rPr lang="en-GB"/>
              <a:t>Time Series</a:t>
            </a:r>
          </a:p>
        </p:txBody>
      </p:sp>
      <p:pic>
        <p:nvPicPr>
          <p:cNvPr id="9" name="Image 8">
            <a:extLst>
              <a:ext uri="{FF2B5EF4-FFF2-40B4-BE49-F238E27FC236}">
                <a16:creationId xmlns:a16="http://schemas.microsoft.com/office/drawing/2014/main" id="{DA1A3F1D-DADC-FD35-107E-10023DF6DAB3}"/>
              </a:ext>
            </a:extLst>
          </p:cNvPr>
          <p:cNvPicPr>
            <a:picLocks noChangeAspect="1"/>
          </p:cNvPicPr>
          <p:nvPr/>
        </p:nvPicPr>
        <p:blipFill>
          <a:blip r:embed="rId3"/>
          <a:stretch>
            <a:fillRect/>
          </a:stretch>
        </p:blipFill>
        <p:spPr>
          <a:xfrm>
            <a:off x="4144618" y="2486400"/>
            <a:ext cx="5143164" cy="3331090"/>
          </a:xfrm>
          <a:prstGeom prst="rect">
            <a:avLst/>
          </a:prstGeom>
        </p:spPr>
      </p:pic>
      <p:pic>
        <p:nvPicPr>
          <p:cNvPr id="11" name="Image 10">
            <a:extLst>
              <a:ext uri="{FF2B5EF4-FFF2-40B4-BE49-F238E27FC236}">
                <a16:creationId xmlns:a16="http://schemas.microsoft.com/office/drawing/2014/main" id="{8BBEF42A-C277-6C82-68FF-C6939ED6B98A}"/>
              </a:ext>
            </a:extLst>
          </p:cNvPr>
          <p:cNvPicPr>
            <a:picLocks noChangeAspect="1"/>
          </p:cNvPicPr>
          <p:nvPr/>
        </p:nvPicPr>
        <p:blipFill>
          <a:blip r:embed="rId4"/>
          <a:stretch>
            <a:fillRect/>
          </a:stretch>
        </p:blipFill>
        <p:spPr>
          <a:xfrm>
            <a:off x="247647" y="2797811"/>
            <a:ext cx="3790953" cy="2312564"/>
          </a:xfrm>
          <a:prstGeom prst="rect">
            <a:avLst/>
          </a:prstGeom>
        </p:spPr>
      </p:pic>
      <p:sp>
        <p:nvSpPr>
          <p:cNvPr id="4" name="Espace réservé du numéro de diapositive 3">
            <a:extLst>
              <a:ext uri="{FF2B5EF4-FFF2-40B4-BE49-F238E27FC236}">
                <a16:creationId xmlns:a16="http://schemas.microsoft.com/office/drawing/2014/main" id="{CFC8EC61-861F-7E48-9740-55292BB50B76}"/>
              </a:ext>
            </a:extLst>
          </p:cNvPr>
          <p:cNvSpPr>
            <a:spLocks noGrp="1"/>
          </p:cNvSpPr>
          <p:nvPr>
            <p:ph type="sldNum" sz="quarter" idx="12"/>
          </p:nvPr>
        </p:nvSpPr>
        <p:spPr/>
        <p:txBody>
          <a:bodyPr/>
          <a:lstStyle/>
          <a:p>
            <a:fld id="{71CC62B1-FA1F-4849-B719-012F8D8A46B3}" type="slidenum">
              <a:rPr lang="en-GB" smtClean="0"/>
              <a:t>8</a:t>
            </a:fld>
            <a:endParaRPr lang="en-GB"/>
          </a:p>
        </p:txBody>
      </p:sp>
    </p:spTree>
    <p:extLst>
      <p:ext uri="{BB962C8B-B14F-4D97-AF65-F5344CB8AC3E}">
        <p14:creationId xmlns:p14="http://schemas.microsoft.com/office/powerpoint/2010/main" val="134365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3E758-16F9-47BC-B0E5-95DBD0E06E1C}"/>
              </a:ext>
            </a:extLst>
          </p:cNvPr>
          <p:cNvSpPr>
            <a:spLocks noGrp="1"/>
          </p:cNvSpPr>
          <p:nvPr>
            <p:ph type="title"/>
          </p:nvPr>
        </p:nvSpPr>
        <p:spPr/>
        <p:txBody>
          <a:bodyPr/>
          <a:lstStyle/>
          <a:p>
            <a:r>
              <a:rPr lang="en-GB" dirty="0"/>
              <a:t>4. Stationarity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87AC310-7850-454C-AB59-FADCC6FD55FC}"/>
                  </a:ext>
                </a:extLst>
              </p:cNvPr>
              <p:cNvSpPr>
                <a:spLocks noGrp="1"/>
              </p:cNvSpPr>
              <p:nvPr>
                <p:ph idx="1"/>
              </p:nvPr>
            </p:nvSpPr>
            <p:spPr/>
            <p:txBody>
              <a:bodyPr>
                <a:normAutofit fontScale="92500" lnSpcReduction="20000"/>
              </a:bodyPr>
              <a:lstStyle/>
              <a:p>
                <a:pPr algn="l"/>
                <a:r>
                  <a:rPr lang="en-US" sz="2400" b="0" i="0" u="none" strike="noStrike" baseline="0" dirty="0">
                    <a:solidFill>
                      <a:srgbClr val="23373B"/>
                    </a:solidFill>
                    <a:latin typeface="F17"/>
                  </a:rPr>
                  <a:t>A series is said stationary at the second order, if its mean and variance do not depend on time and if the covariance between lagged series only depends on the difference between lags.</a:t>
                </a:r>
              </a:p>
              <a:p>
                <a:pPr algn="l"/>
                <a:r>
                  <a:rPr lang="en-GB" sz="2400" dirty="0"/>
                  <a:t>Many statistical tools/algorithms only apply on stationary time series</a:t>
                </a:r>
              </a:p>
              <a:p>
                <a:pPr algn="l"/>
                <a:endParaRPr lang="en-GB" sz="2400" dirty="0"/>
              </a:p>
              <a:p>
                <a:pPr algn="l"/>
                <a:r>
                  <a:rPr lang="en-GB" sz="2400" dirty="0"/>
                  <a:t>Most economic time series are non-stationary</a:t>
                </a:r>
              </a:p>
              <a:p>
                <a:pPr algn="l"/>
                <a:r>
                  <a:rPr lang="en-GB" sz="2400" dirty="0"/>
                  <a:t>(Simple) solutions</a:t>
                </a:r>
              </a:p>
              <a:p>
                <a:pPr lvl="1"/>
                <a:r>
                  <a:rPr lang="en-GB" sz="2000" dirty="0"/>
                  <a:t>Log-transformation</a:t>
                </a:r>
              </a:p>
              <a:p>
                <a:pPr lvl="1"/>
                <a:r>
                  <a:rPr lang="en-GB" sz="2000" dirty="0"/>
                  <a:t>Differencing </a:t>
                </a:r>
              </a:p>
              <a:p>
                <a:pPr lvl="2"/>
                <a14:m>
                  <m:oMath xmlns:m="http://schemas.openxmlformats.org/officeDocument/2006/math">
                    <m:sSub>
                      <m:sSubPr>
                        <m:ctrlPr>
                          <a:rPr lang="fr-BE" sz="1600" b="0" i="1" smtClean="0">
                            <a:latin typeface="Cambria Math" panose="02040503050406030204" pitchFamily="18" charset="0"/>
                          </a:rPr>
                        </m:ctrlPr>
                      </m:sSubPr>
                      <m:e>
                        <m:r>
                          <a:rPr lang="fr-BE" sz="1600" b="0" i="1" smtClean="0">
                            <a:latin typeface="Cambria Math" panose="02040503050406030204" pitchFamily="18" charset="0"/>
                          </a:rPr>
                          <m:t>𝑦</m:t>
                        </m:r>
                      </m:e>
                      <m:sub>
                        <m:r>
                          <a:rPr lang="fr-BE" sz="1600" b="0" i="1" smtClean="0">
                            <a:latin typeface="Cambria Math" panose="02040503050406030204" pitchFamily="18" charset="0"/>
                          </a:rPr>
                          <m:t>𝑡</m:t>
                        </m:r>
                      </m:sub>
                    </m:sSub>
                    <m:r>
                      <a:rPr lang="fr-BE" sz="1600" b="0" i="1" smtClean="0">
                        <a:latin typeface="Cambria Math" panose="02040503050406030204" pitchFamily="18" charset="0"/>
                      </a:rPr>
                      <m:t>=</m:t>
                    </m:r>
                    <m:sSub>
                      <m:sSubPr>
                        <m:ctrlPr>
                          <a:rPr lang="fr-BE" sz="1600" b="0" i="1" smtClean="0">
                            <a:latin typeface="Cambria Math" panose="02040503050406030204" pitchFamily="18" charset="0"/>
                          </a:rPr>
                        </m:ctrlPr>
                      </m:sSubPr>
                      <m:e>
                        <m:r>
                          <a:rPr lang="fr-BE" sz="1600" b="0" i="1" smtClean="0">
                            <a:latin typeface="Cambria Math" panose="02040503050406030204" pitchFamily="18" charset="0"/>
                          </a:rPr>
                          <m:t>𝑥</m:t>
                        </m:r>
                      </m:e>
                      <m:sub>
                        <m:r>
                          <a:rPr lang="fr-BE" sz="1600" b="0" i="1" smtClean="0">
                            <a:latin typeface="Cambria Math" panose="02040503050406030204" pitchFamily="18" charset="0"/>
                          </a:rPr>
                          <m:t>𝑡</m:t>
                        </m:r>
                      </m:sub>
                    </m:sSub>
                    <m:r>
                      <a:rPr lang="fr-BE" sz="1600" b="0" i="1" smtClean="0">
                        <a:latin typeface="Cambria Math" panose="02040503050406030204" pitchFamily="18" charset="0"/>
                      </a:rPr>
                      <m:t>−</m:t>
                    </m:r>
                    <m:sSub>
                      <m:sSubPr>
                        <m:ctrlPr>
                          <a:rPr lang="fr-BE" sz="1600" b="0" i="1" smtClean="0">
                            <a:latin typeface="Cambria Math" panose="02040503050406030204" pitchFamily="18" charset="0"/>
                          </a:rPr>
                        </m:ctrlPr>
                      </m:sSubPr>
                      <m:e>
                        <m:r>
                          <a:rPr lang="fr-BE" sz="1600" b="0" i="1" smtClean="0">
                            <a:latin typeface="Cambria Math" panose="02040503050406030204" pitchFamily="18" charset="0"/>
                          </a:rPr>
                          <m:t>𝑥</m:t>
                        </m:r>
                      </m:e>
                      <m:sub>
                        <m:r>
                          <a:rPr lang="fr-BE" sz="1600" b="0" i="1" smtClean="0">
                            <a:latin typeface="Cambria Math" panose="02040503050406030204" pitchFamily="18" charset="0"/>
                          </a:rPr>
                          <m:t>𝑡</m:t>
                        </m:r>
                        <m:r>
                          <a:rPr lang="fr-BE" sz="1600" b="0" i="1" smtClean="0">
                            <a:latin typeface="Cambria Math" panose="02040503050406030204" pitchFamily="18" charset="0"/>
                          </a:rPr>
                          <m:t>−1</m:t>
                        </m:r>
                      </m:sub>
                    </m:sSub>
                  </m:oMath>
                </a14:m>
                <a:endParaRPr lang="en-GB" sz="1600" dirty="0"/>
              </a:p>
              <a:p>
                <a:pPr lvl="2"/>
                <a14:m>
                  <m:oMath xmlns:m="http://schemas.openxmlformats.org/officeDocument/2006/math">
                    <m:sSub>
                      <m:sSubPr>
                        <m:ctrlPr>
                          <a:rPr lang="fr-BE" sz="1600" b="0" i="1" smtClean="0">
                            <a:latin typeface="Cambria Math" panose="02040503050406030204" pitchFamily="18" charset="0"/>
                          </a:rPr>
                        </m:ctrlPr>
                      </m:sSubPr>
                      <m:e>
                        <m:r>
                          <a:rPr lang="fr-BE" sz="1600" b="0" i="1" smtClean="0">
                            <a:latin typeface="Cambria Math" panose="02040503050406030204" pitchFamily="18" charset="0"/>
                          </a:rPr>
                          <m:t>𝑦</m:t>
                        </m:r>
                      </m:e>
                      <m:sub>
                        <m:r>
                          <a:rPr lang="fr-BE" sz="1600" b="0" i="1" smtClean="0">
                            <a:latin typeface="Cambria Math" panose="02040503050406030204" pitchFamily="18" charset="0"/>
                          </a:rPr>
                          <m:t>𝑡</m:t>
                        </m:r>
                      </m:sub>
                    </m:sSub>
                    <m:r>
                      <a:rPr lang="fr-BE" sz="1600" b="0" i="1" smtClean="0">
                        <a:latin typeface="Cambria Math" panose="02040503050406030204" pitchFamily="18" charset="0"/>
                      </a:rPr>
                      <m:t>=</m:t>
                    </m:r>
                    <m:sSub>
                      <m:sSubPr>
                        <m:ctrlPr>
                          <a:rPr lang="fr-BE" sz="1600" b="0" i="1" smtClean="0">
                            <a:latin typeface="Cambria Math" panose="02040503050406030204" pitchFamily="18" charset="0"/>
                          </a:rPr>
                        </m:ctrlPr>
                      </m:sSubPr>
                      <m:e>
                        <m:r>
                          <a:rPr lang="fr-BE" sz="1600" b="0" i="1" smtClean="0">
                            <a:latin typeface="Cambria Math" panose="02040503050406030204" pitchFamily="18" charset="0"/>
                          </a:rPr>
                          <m:t>𝑥</m:t>
                        </m:r>
                      </m:e>
                      <m:sub>
                        <m:r>
                          <a:rPr lang="fr-BE" sz="1600" b="0" i="1" smtClean="0">
                            <a:latin typeface="Cambria Math" panose="02040503050406030204" pitchFamily="18" charset="0"/>
                          </a:rPr>
                          <m:t>𝑡</m:t>
                        </m:r>
                      </m:sub>
                    </m:sSub>
                    <m:r>
                      <a:rPr lang="fr-BE" sz="1600" b="0" i="1" smtClean="0">
                        <a:latin typeface="Cambria Math" panose="02040503050406030204" pitchFamily="18" charset="0"/>
                      </a:rPr>
                      <m:t>−</m:t>
                    </m:r>
                    <m:sSub>
                      <m:sSubPr>
                        <m:ctrlPr>
                          <a:rPr lang="fr-BE" sz="1600" b="0" i="1" smtClean="0">
                            <a:latin typeface="Cambria Math" panose="02040503050406030204" pitchFamily="18" charset="0"/>
                          </a:rPr>
                        </m:ctrlPr>
                      </m:sSubPr>
                      <m:e>
                        <m:r>
                          <a:rPr lang="fr-BE" sz="1600" b="0" i="1" smtClean="0">
                            <a:latin typeface="Cambria Math" panose="02040503050406030204" pitchFamily="18" charset="0"/>
                          </a:rPr>
                          <m:t>𝑥</m:t>
                        </m:r>
                      </m:e>
                      <m:sub>
                        <m:r>
                          <a:rPr lang="fr-BE" sz="1600" b="0" i="1" smtClean="0">
                            <a:latin typeface="Cambria Math" panose="02040503050406030204" pitchFamily="18" charset="0"/>
                          </a:rPr>
                          <m:t>𝑡</m:t>
                        </m:r>
                        <m:r>
                          <a:rPr lang="fr-BE" sz="1600" b="0" i="1" smtClean="0">
                            <a:latin typeface="Cambria Math" panose="02040503050406030204" pitchFamily="18" charset="0"/>
                          </a:rPr>
                          <m:t>−</m:t>
                        </m:r>
                        <m:r>
                          <a:rPr lang="fr-BE" sz="1600" b="0" i="1" smtClean="0">
                            <a:latin typeface="Cambria Math" panose="02040503050406030204" pitchFamily="18" charset="0"/>
                          </a:rPr>
                          <m:t>𝑠</m:t>
                        </m:r>
                      </m:sub>
                    </m:sSub>
                  </m:oMath>
                </a14:m>
                <a:endParaRPr lang="en-GB" sz="1600" dirty="0"/>
              </a:p>
            </p:txBody>
          </p:sp>
        </mc:Choice>
        <mc:Fallback>
          <p:sp>
            <p:nvSpPr>
              <p:cNvPr id="3" name="Content Placeholder 2">
                <a:extLst>
                  <a:ext uri="{FF2B5EF4-FFF2-40B4-BE49-F238E27FC236}">
                    <a16:creationId xmlns:a16="http://schemas.microsoft.com/office/drawing/2014/main" id="{F87AC310-7850-454C-AB59-FADCC6FD55FC}"/>
                  </a:ext>
                </a:extLst>
              </p:cNvPr>
              <p:cNvSpPr>
                <a:spLocks noGrp="1" noRot="1" noChangeAspect="1" noMove="1" noResize="1" noEditPoints="1" noAdjustHandles="1" noChangeArrowheads="1" noChangeShapeType="1" noTextEdit="1"/>
              </p:cNvSpPr>
              <p:nvPr>
                <p:ph idx="1"/>
              </p:nvPr>
            </p:nvSpPr>
            <p:spPr>
              <a:blipFill>
                <a:blip r:embed="rId2"/>
                <a:stretch>
                  <a:fillRect l="-58" t="-2983" b="-314"/>
                </a:stretch>
              </a:blipFill>
            </p:spPr>
            <p:txBody>
              <a:bodyPr/>
              <a:lstStyle/>
              <a:p>
                <a:r>
                  <a:rPr lang="en-GB">
                    <a:noFill/>
                  </a:rPr>
                  <a:t> </a:t>
                </a:r>
              </a:p>
            </p:txBody>
          </p:sp>
        </mc:Fallback>
      </mc:AlternateContent>
      <p:sp>
        <p:nvSpPr>
          <p:cNvPr id="5" name="Footer Placeholder 4">
            <a:extLst>
              <a:ext uri="{FF2B5EF4-FFF2-40B4-BE49-F238E27FC236}">
                <a16:creationId xmlns:a16="http://schemas.microsoft.com/office/drawing/2014/main" id="{37831EA0-1B43-4A10-BD55-ED9B42C3EB21}"/>
              </a:ext>
            </a:extLst>
          </p:cNvPr>
          <p:cNvSpPr>
            <a:spLocks noGrp="1"/>
          </p:cNvSpPr>
          <p:nvPr>
            <p:ph type="ftr" sz="quarter" idx="11"/>
          </p:nvPr>
        </p:nvSpPr>
        <p:spPr/>
        <p:txBody>
          <a:bodyPr/>
          <a:lstStyle/>
          <a:p>
            <a:r>
              <a:rPr lang="en-GB"/>
              <a:t>Time Series</a:t>
            </a:r>
          </a:p>
        </p:txBody>
      </p:sp>
      <p:sp>
        <p:nvSpPr>
          <p:cNvPr id="4" name="Espace réservé du numéro de diapositive 3">
            <a:extLst>
              <a:ext uri="{FF2B5EF4-FFF2-40B4-BE49-F238E27FC236}">
                <a16:creationId xmlns:a16="http://schemas.microsoft.com/office/drawing/2014/main" id="{97D4F089-3EFB-24DC-24F0-6DCC0815AD66}"/>
              </a:ext>
            </a:extLst>
          </p:cNvPr>
          <p:cNvSpPr>
            <a:spLocks noGrp="1"/>
          </p:cNvSpPr>
          <p:nvPr>
            <p:ph type="sldNum" sz="quarter" idx="12"/>
          </p:nvPr>
        </p:nvSpPr>
        <p:spPr/>
        <p:txBody>
          <a:bodyPr/>
          <a:lstStyle/>
          <a:p>
            <a:fld id="{71CC62B1-FA1F-4849-B719-012F8D8A46B3}" type="slidenum">
              <a:rPr lang="en-GB" smtClean="0"/>
              <a:t>9</a:t>
            </a:fld>
            <a:endParaRPr lang="en-GB"/>
          </a:p>
        </p:txBody>
      </p:sp>
    </p:spTree>
    <p:extLst>
      <p:ext uri="{BB962C8B-B14F-4D97-AF65-F5344CB8AC3E}">
        <p14:creationId xmlns:p14="http://schemas.microsoft.com/office/powerpoint/2010/main" val="3910476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6ADCE-E55F-41E5-BF51-74F84110E5C8}"/>
              </a:ext>
            </a:extLst>
          </p:cNvPr>
          <p:cNvSpPr>
            <a:spLocks noGrp="1"/>
          </p:cNvSpPr>
          <p:nvPr>
            <p:ph type="title"/>
          </p:nvPr>
        </p:nvSpPr>
        <p:spPr/>
        <p:txBody>
          <a:bodyPr/>
          <a:lstStyle/>
          <a:p>
            <a:r>
              <a:rPr lang="en-GB" dirty="0"/>
              <a:t>Stationary series</a:t>
            </a:r>
          </a:p>
        </p:txBody>
      </p:sp>
      <p:pic>
        <p:nvPicPr>
          <p:cNvPr id="7" name="Content Placeholder 6">
            <a:extLst>
              <a:ext uri="{FF2B5EF4-FFF2-40B4-BE49-F238E27FC236}">
                <a16:creationId xmlns:a16="http://schemas.microsoft.com/office/drawing/2014/main" id="{FC4EAA75-22D5-44DD-9FB2-23400764B27F}"/>
              </a:ext>
            </a:extLst>
          </p:cNvPr>
          <p:cNvPicPr>
            <a:picLocks noGrp="1" noChangeAspect="1"/>
          </p:cNvPicPr>
          <p:nvPr>
            <p:ph idx="1"/>
          </p:nvPr>
        </p:nvPicPr>
        <p:blipFill>
          <a:blip r:embed="rId2"/>
          <a:stretch>
            <a:fillRect/>
          </a:stretch>
        </p:blipFill>
        <p:spPr>
          <a:xfrm>
            <a:off x="1925964" y="1825625"/>
            <a:ext cx="8340071" cy="3881438"/>
          </a:xfrm>
        </p:spPr>
      </p:pic>
      <p:sp>
        <p:nvSpPr>
          <p:cNvPr id="5" name="Footer Placeholder 4">
            <a:extLst>
              <a:ext uri="{FF2B5EF4-FFF2-40B4-BE49-F238E27FC236}">
                <a16:creationId xmlns:a16="http://schemas.microsoft.com/office/drawing/2014/main" id="{CF760A3E-26C7-487E-AB90-5224597BB540}"/>
              </a:ext>
            </a:extLst>
          </p:cNvPr>
          <p:cNvSpPr>
            <a:spLocks noGrp="1"/>
          </p:cNvSpPr>
          <p:nvPr>
            <p:ph type="ftr" sz="quarter" idx="11"/>
          </p:nvPr>
        </p:nvSpPr>
        <p:spPr/>
        <p:txBody>
          <a:bodyPr/>
          <a:lstStyle/>
          <a:p>
            <a:r>
              <a:rPr lang="en-GB"/>
              <a:t>Time Series</a:t>
            </a:r>
          </a:p>
        </p:txBody>
      </p:sp>
      <p:sp>
        <p:nvSpPr>
          <p:cNvPr id="3" name="Espace réservé du numéro de diapositive 2">
            <a:extLst>
              <a:ext uri="{FF2B5EF4-FFF2-40B4-BE49-F238E27FC236}">
                <a16:creationId xmlns:a16="http://schemas.microsoft.com/office/drawing/2014/main" id="{E85E42A2-CFF8-9648-52A7-28EAE25A4AA3}"/>
              </a:ext>
            </a:extLst>
          </p:cNvPr>
          <p:cNvSpPr>
            <a:spLocks noGrp="1"/>
          </p:cNvSpPr>
          <p:nvPr>
            <p:ph type="sldNum" sz="quarter" idx="12"/>
          </p:nvPr>
        </p:nvSpPr>
        <p:spPr/>
        <p:txBody>
          <a:bodyPr/>
          <a:lstStyle/>
          <a:p>
            <a:fld id="{71CC62B1-FA1F-4849-B719-012F8D8A46B3}" type="slidenum">
              <a:rPr lang="en-GB" smtClean="0"/>
              <a:t>10</a:t>
            </a:fld>
            <a:endParaRPr lang="en-GB"/>
          </a:p>
        </p:txBody>
      </p:sp>
    </p:spTree>
    <p:extLst>
      <p:ext uri="{BB962C8B-B14F-4D97-AF65-F5344CB8AC3E}">
        <p14:creationId xmlns:p14="http://schemas.microsoft.com/office/powerpoint/2010/main" val="1425732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84B7A-58FB-4EC6-BEF8-563ABBDABC71}"/>
              </a:ext>
            </a:extLst>
          </p:cNvPr>
          <p:cNvSpPr>
            <a:spLocks noGrp="1"/>
          </p:cNvSpPr>
          <p:nvPr>
            <p:ph type="title"/>
          </p:nvPr>
        </p:nvSpPr>
        <p:spPr/>
        <p:txBody>
          <a:bodyPr/>
          <a:lstStyle/>
          <a:p>
            <a:r>
              <a:rPr lang="en-GB" dirty="0"/>
              <a:t>Stationary series in R</a:t>
            </a:r>
          </a:p>
        </p:txBody>
      </p:sp>
      <p:pic>
        <p:nvPicPr>
          <p:cNvPr id="11" name="Content Placeholder 10">
            <a:extLst>
              <a:ext uri="{FF2B5EF4-FFF2-40B4-BE49-F238E27FC236}">
                <a16:creationId xmlns:a16="http://schemas.microsoft.com/office/drawing/2014/main" id="{BBAA7276-A8BD-40AA-B0C9-6DE541BC7BCD}"/>
              </a:ext>
            </a:extLst>
          </p:cNvPr>
          <p:cNvPicPr>
            <a:picLocks noGrp="1" noChangeAspect="1"/>
          </p:cNvPicPr>
          <p:nvPr>
            <p:ph idx="1"/>
          </p:nvPr>
        </p:nvPicPr>
        <p:blipFill>
          <a:blip r:embed="rId2"/>
          <a:stretch>
            <a:fillRect/>
          </a:stretch>
        </p:blipFill>
        <p:spPr>
          <a:xfrm>
            <a:off x="838200" y="1452401"/>
            <a:ext cx="6640519" cy="4351338"/>
          </a:xfrm>
          <a:ln>
            <a:solidFill>
              <a:schemeClr val="tx1"/>
            </a:solidFill>
          </a:ln>
        </p:spPr>
      </p:pic>
      <p:sp>
        <p:nvSpPr>
          <p:cNvPr id="5" name="Footer Placeholder 4">
            <a:extLst>
              <a:ext uri="{FF2B5EF4-FFF2-40B4-BE49-F238E27FC236}">
                <a16:creationId xmlns:a16="http://schemas.microsoft.com/office/drawing/2014/main" id="{4F114F3D-D210-4AF1-8DB5-62B99927784C}"/>
              </a:ext>
            </a:extLst>
          </p:cNvPr>
          <p:cNvSpPr>
            <a:spLocks noGrp="1"/>
          </p:cNvSpPr>
          <p:nvPr>
            <p:ph type="ftr" sz="quarter" idx="11"/>
          </p:nvPr>
        </p:nvSpPr>
        <p:spPr/>
        <p:txBody>
          <a:bodyPr/>
          <a:lstStyle/>
          <a:p>
            <a:r>
              <a:rPr lang="en-GB"/>
              <a:t>Time Series</a:t>
            </a:r>
          </a:p>
        </p:txBody>
      </p:sp>
      <p:pic>
        <p:nvPicPr>
          <p:cNvPr id="13" name="Picture 12">
            <a:extLst>
              <a:ext uri="{FF2B5EF4-FFF2-40B4-BE49-F238E27FC236}">
                <a16:creationId xmlns:a16="http://schemas.microsoft.com/office/drawing/2014/main" id="{4FA22243-F7CA-4EC7-9AF5-71523FA00934}"/>
              </a:ext>
            </a:extLst>
          </p:cNvPr>
          <p:cNvPicPr>
            <a:picLocks noChangeAspect="1"/>
          </p:cNvPicPr>
          <p:nvPr/>
        </p:nvPicPr>
        <p:blipFill>
          <a:blip r:embed="rId3"/>
          <a:stretch>
            <a:fillRect/>
          </a:stretch>
        </p:blipFill>
        <p:spPr>
          <a:xfrm>
            <a:off x="8059330" y="701923"/>
            <a:ext cx="2906396" cy="1854665"/>
          </a:xfrm>
          <a:prstGeom prst="rect">
            <a:avLst/>
          </a:prstGeom>
        </p:spPr>
      </p:pic>
      <p:pic>
        <p:nvPicPr>
          <p:cNvPr id="15" name="Picture 14">
            <a:extLst>
              <a:ext uri="{FF2B5EF4-FFF2-40B4-BE49-F238E27FC236}">
                <a16:creationId xmlns:a16="http://schemas.microsoft.com/office/drawing/2014/main" id="{0B58BF9C-10FA-430C-8185-8E13439DFDC2}"/>
              </a:ext>
            </a:extLst>
          </p:cNvPr>
          <p:cNvPicPr>
            <a:picLocks noChangeAspect="1"/>
          </p:cNvPicPr>
          <p:nvPr/>
        </p:nvPicPr>
        <p:blipFill>
          <a:blip r:embed="rId4"/>
          <a:stretch>
            <a:fillRect/>
          </a:stretch>
        </p:blipFill>
        <p:spPr>
          <a:xfrm>
            <a:off x="8059328" y="2556588"/>
            <a:ext cx="2906397" cy="1829954"/>
          </a:xfrm>
          <a:prstGeom prst="rect">
            <a:avLst/>
          </a:prstGeom>
        </p:spPr>
      </p:pic>
      <p:pic>
        <p:nvPicPr>
          <p:cNvPr id="17" name="Picture 16">
            <a:extLst>
              <a:ext uri="{FF2B5EF4-FFF2-40B4-BE49-F238E27FC236}">
                <a16:creationId xmlns:a16="http://schemas.microsoft.com/office/drawing/2014/main" id="{7AC463DC-D0FB-4178-8588-27067D2EE067}"/>
              </a:ext>
            </a:extLst>
          </p:cNvPr>
          <p:cNvPicPr>
            <a:picLocks noChangeAspect="1"/>
          </p:cNvPicPr>
          <p:nvPr/>
        </p:nvPicPr>
        <p:blipFill>
          <a:blip r:embed="rId5"/>
          <a:stretch>
            <a:fillRect/>
          </a:stretch>
        </p:blipFill>
        <p:spPr>
          <a:xfrm>
            <a:off x="8059328" y="4469594"/>
            <a:ext cx="2906398" cy="1780599"/>
          </a:xfrm>
          <a:prstGeom prst="rect">
            <a:avLst/>
          </a:prstGeom>
        </p:spPr>
      </p:pic>
      <p:sp>
        <p:nvSpPr>
          <p:cNvPr id="3" name="Espace réservé du numéro de diapositive 2">
            <a:extLst>
              <a:ext uri="{FF2B5EF4-FFF2-40B4-BE49-F238E27FC236}">
                <a16:creationId xmlns:a16="http://schemas.microsoft.com/office/drawing/2014/main" id="{FFF63AB1-C27D-EAD9-0808-5D190CB592DB}"/>
              </a:ext>
            </a:extLst>
          </p:cNvPr>
          <p:cNvSpPr>
            <a:spLocks noGrp="1"/>
          </p:cNvSpPr>
          <p:nvPr>
            <p:ph type="sldNum" sz="quarter" idx="12"/>
          </p:nvPr>
        </p:nvSpPr>
        <p:spPr/>
        <p:txBody>
          <a:bodyPr/>
          <a:lstStyle/>
          <a:p>
            <a:fld id="{71CC62B1-FA1F-4849-B719-012F8D8A46B3}" type="slidenum">
              <a:rPr lang="en-GB" smtClean="0"/>
              <a:t>11</a:t>
            </a:fld>
            <a:endParaRPr lang="en-GB"/>
          </a:p>
        </p:txBody>
      </p:sp>
    </p:spTree>
    <p:extLst>
      <p:ext uri="{BB962C8B-B14F-4D97-AF65-F5344CB8AC3E}">
        <p14:creationId xmlns:p14="http://schemas.microsoft.com/office/powerpoint/2010/main" val="19890051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A3395-9F96-48A2-99C3-26A18247C36B}"/>
              </a:ext>
            </a:extLst>
          </p:cNvPr>
          <p:cNvSpPr>
            <a:spLocks noGrp="1"/>
          </p:cNvSpPr>
          <p:nvPr>
            <p:ph type="title"/>
          </p:nvPr>
        </p:nvSpPr>
        <p:spPr/>
        <p:txBody>
          <a:bodyPr/>
          <a:lstStyle/>
          <a:p>
            <a:r>
              <a:rPr lang="en-GB" dirty="0"/>
              <a:t>Arima models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960CBDC-549E-4102-8ADF-10FF41A00C00}"/>
                  </a:ext>
                </a:extLst>
              </p:cNvPr>
              <p:cNvSpPr>
                <a:spLocks noGrp="1"/>
              </p:cNvSpPr>
              <p:nvPr>
                <p:ph idx="1"/>
              </p:nvPr>
            </p:nvSpPr>
            <p:spPr/>
            <p:txBody>
              <a:bodyPr/>
              <a:lstStyle/>
              <a:p>
                <a:r>
                  <a:rPr lang="en-GB" dirty="0"/>
                  <a:t>Auto-projective Models: </a:t>
                </a:r>
              </a:p>
              <a:p>
                <a:pPr lvl="1"/>
                <a14:m>
                  <m:oMath xmlns:m="http://schemas.openxmlformats.org/officeDocument/2006/math">
                    <m:sSub>
                      <m:sSubPr>
                        <m:ctrlPr>
                          <a:rPr lang="fr-BE" b="0" i="1" smtClean="0">
                            <a:latin typeface="Cambria Math" panose="02040503050406030204" pitchFamily="18" charset="0"/>
                          </a:rPr>
                        </m:ctrlPr>
                      </m:sSubPr>
                      <m:e>
                        <m:r>
                          <a:rPr lang="fr-BE" b="0" i="1" smtClean="0">
                            <a:latin typeface="Cambria Math" panose="02040503050406030204" pitchFamily="18" charset="0"/>
                          </a:rPr>
                          <m:t>𝑥</m:t>
                        </m:r>
                      </m:e>
                      <m:sub>
                        <m:r>
                          <a:rPr lang="fr-BE" b="0" i="1" smtClean="0">
                            <a:latin typeface="Cambria Math" panose="02040503050406030204" pitchFamily="18" charset="0"/>
                          </a:rPr>
                          <m:t>𝑡</m:t>
                        </m:r>
                      </m:sub>
                    </m:sSub>
                    <m:r>
                      <a:rPr lang="fr-BE" b="0" i="1" smtClean="0">
                        <a:latin typeface="Cambria Math" panose="02040503050406030204" pitchFamily="18" charset="0"/>
                      </a:rPr>
                      <m:t>=</m:t>
                    </m:r>
                    <m:r>
                      <a:rPr lang="fr-BE" b="0" i="1" smtClean="0">
                        <a:latin typeface="Cambria Math" panose="02040503050406030204" pitchFamily="18" charset="0"/>
                      </a:rPr>
                      <m:t>𝑓</m:t>
                    </m:r>
                    <m:r>
                      <a:rPr lang="fr-BE" b="0" i="1" smtClean="0">
                        <a:latin typeface="Cambria Math" panose="02040503050406030204" pitchFamily="18" charset="0"/>
                      </a:rPr>
                      <m:t>(</m:t>
                    </m:r>
                    <m:sSub>
                      <m:sSubPr>
                        <m:ctrlPr>
                          <a:rPr lang="fr-BE" b="0" i="1" smtClean="0">
                            <a:latin typeface="Cambria Math" panose="02040503050406030204" pitchFamily="18" charset="0"/>
                          </a:rPr>
                        </m:ctrlPr>
                      </m:sSubPr>
                      <m:e>
                        <m:r>
                          <a:rPr lang="fr-BE" b="0" i="1" smtClean="0">
                            <a:latin typeface="Cambria Math" panose="02040503050406030204" pitchFamily="18" charset="0"/>
                          </a:rPr>
                          <m:t>𝑥</m:t>
                        </m:r>
                      </m:e>
                      <m:sub>
                        <m:r>
                          <a:rPr lang="fr-BE" b="0" i="1" smtClean="0">
                            <a:latin typeface="Cambria Math" panose="02040503050406030204" pitchFamily="18" charset="0"/>
                          </a:rPr>
                          <m:t>𝑡</m:t>
                        </m:r>
                        <m:r>
                          <a:rPr lang="fr-BE" b="0" i="1" smtClean="0">
                            <a:latin typeface="Cambria Math" panose="02040503050406030204" pitchFamily="18" charset="0"/>
                          </a:rPr>
                          <m:t>−1</m:t>
                        </m:r>
                      </m:sub>
                    </m:sSub>
                    <m:r>
                      <a:rPr lang="fr-BE" b="0" i="1" smtClean="0">
                        <a:latin typeface="Cambria Math" panose="02040503050406030204" pitchFamily="18" charset="0"/>
                      </a:rPr>
                      <m:t>,</m:t>
                    </m:r>
                    <m:sSub>
                      <m:sSubPr>
                        <m:ctrlPr>
                          <a:rPr lang="fr-BE" b="0" i="1" smtClean="0">
                            <a:latin typeface="Cambria Math" panose="02040503050406030204" pitchFamily="18" charset="0"/>
                          </a:rPr>
                        </m:ctrlPr>
                      </m:sSubPr>
                      <m:e>
                        <m:r>
                          <a:rPr lang="fr-BE" b="0" i="1" smtClean="0">
                            <a:latin typeface="Cambria Math" panose="02040503050406030204" pitchFamily="18" charset="0"/>
                          </a:rPr>
                          <m:t>𝑥</m:t>
                        </m:r>
                      </m:e>
                      <m:sub>
                        <m:r>
                          <a:rPr lang="fr-BE" b="0" i="1" smtClean="0">
                            <a:latin typeface="Cambria Math" panose="02040503050406030204" pitchFamily="18" charset="0"/>
                          </a:rPr>
                          <m:t>𝑡</m:t>
                        </m:r>
                        <m:r>
                          <a:rPr lang="fr-BE" b="0" i="1" smtClean="0">
                            <a:latin typeface="Cambria Math" panose="02040503050406030204" pitchFamily="18" charset="0"/>
                          </a:rPr>
                          <m:t>−2</m:t>
                        </m:r>
                      </m:sub>
                    </m:sSub>
                    <m:r>
                      <a:rPr lang="fr-BE" b="0" i="1" smtClean="0">
                        <a:latin typeface="Cambria Math" panose="02040503050406030204" pitchFamily="18" charset="0"/>
                      </a:rPr>
                      <m:t>,⋯,</m:t>
                    </m:r>
                    <m:sSub>
                      <m:sSubPr>
                        <m:ctrlPr>
                          <a:rPr lang="fr-BE" b="0" i="1" smtClean="0">
                            <a:latin typeface="Cambria Math" panose="02040503050406030204" pitchFamily="18" charset="0"/>
                            <a:ea typeface="Cambria Math" panose="02040503050406030204" pitchFamily="18" charset="0"/>
                          </a:rPr>
                        </m:ctrlPr>
                      </m:sSubPr>
                      <m:e>
                        <m:r>
                          <a:rPr lang="fr-BE" b="0" i="1" smtClean="0">
                            <a:latin typeface="Cambria Math" panose="02040503050406030204" pitchFamily="18" charset="0"/>
                            <a:ea typeface="Cambria Math" panose="02040503050406030204" pitchFamily="18" charset="0"/>
                          </a:rPr>
                          <m:t>𝜀</m:t>
                        </m:r>
                      </m:e>
                      <m:sub>
                        <m:r>
                          <a:rPr lang="fr-BE" b="0" i="1" smtClean="0">
                            <a:latin typeface="Cambria Math" panose="02040503050406030204" pitchFamily="18" charset="0"/>
                          </a:rPr>
                          <m:t>𝑡</m:t>
                        </m:r>
                      </m:sub>
                    </m:sSub>
                    <m:r>
                      <a:rPr lang="fr-BE" b="0" i="1" smtClean="0">
                        <a:latin typeface="Cambria Math" panose="02040503050406030204" pitchFamily="18" charset="0"/>
                      </a:rPr>
                      <m:t>)</m:t>
                    </m:r>
                  </m:oMath>
                </a14:m>
                <a:endParaRPr lang="en-GB" dirty="0"/>
              </a:p>
              <a:p>
                <a:r>
                  <a:rPr lang="en-GB" dirty="0"/>
                  <a:t>ARIMA models (Box-Jenkins)</a:t>
                </a:r>
              </a:p>
              <a:p>
                <a:pPr lvl="1"/>
                <a:r>
                  <a:rPr lang="en-GB" dirty="0"/>
                  <a:t>Good approximation of </a:t>
                </a:r>
                <a14:m>
                  <m:oMath xmlns:m="http://schemas.openxmlformats.org/officeDocument/2006/math">
                    <m:r>
                      <a:rPr lang="fr-BE" b="0" i="1" smtClean="0">
                        <a:latin typeface="Cambria Math" panose="02040503050406030204" pitchFamily="18" charset="0"/>
                      </a:rPr>
                      <m:t>𝑓</m:t>
                    </m:r>
                  </m:oMath>
                </a14:m>
                <a:endParaRPr lang="en-GB" dirty="0"/>
              </a:p>
              <a:p>
                <a:pPr lvl="1"/>
                <a:r>
                  <a:rPr lang="en-GB" dirty="0"/>
                  <a:t>Flexible, parsimonious</a:t>
                </a:r>
              </a:p>
            </p:txBody>
          </p:sp>
        </mc:Choice>
        <mc:Fallback xmlns="">
          <p:sp>
            <p:nvSpPr>
              <p:cNvPr id="3" name="Content Placeholder 2">
                <a:extLst>
                  <a:ext uri="{FF2B5EF4-FFF2-40B4-BE49-F238E27FC236}">
                    <a16:creationId xmlns:a16="http://schemas.microsoft.com/office/drawing/2014/main" id="{8960CBDC-549E-4102-8ADF-10FF41A00C00}"/>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GB">
                    <a:noFill/>
                  </a:rPr>
                  <a:t> </a:t>
                </a:r>
              </a:p>
            </p:txBody>
          </p:sp>
        </mc:Fallback>
      </mc:AlternateContent>
      <p:sp>
        <p:nvSpPr>
          <p:cNvPr id="5" name="Footer Placeholder 4">
            <a:extLst>
              <a:ext uri="{FF2B5EF4-FFF2-40B4-BE49-F238E27FC236}">
                <a16:creationId xmlns:a16="http://schemas.microsoft.com/office/drawing/2014/main" id="{295C6E60-040F-4CFC-A6C4-2DF67C91C217}"/>
              </a:ext>
            </a:extLst>
          </p:cNvPr>
          <p:cNvSpPr>
            <a:spLocks noGrp="1"/>
          </p:cNvSpPr>
          <p:nvPr>
            <p:ph type="ftr" sz="quarter" idx="11"/>
          </p:nvPr>
        </p:nvSpPr>
        <p:spPr/>
        <p:txBody>
          <a:bodyPr/>
          <a:lstStyle/>
          <a:p>
            <a:r>
              <a:rPr lang="en-GB"/>
              <a:t>Time Series</a:t>
            </a:r>
          </a:p>
        </p:txBody>
      </p:sp>
      <p:sp>
        <p:nvSpPr>
          <p:cNvPr id="4" name="Espace réservé du numéro de diapositive 3">
            <a:extLst>
              <a:ext uri="{FF2B5EF4-FFF2-40B4-BE49-F238E27FC236}">
                <a16:creationId xmlns:a16="http://schemas.microsoft.com/office/drawing/2014/main" id="{0CC0D185-D7F0-B137-7D45-9B731C0BA051}"/>
              </a:ext>
            </a:extLst>
          </p:cNvPr>
          <p:cNvSpPr>
            <a:spLocks noGrp="1"/>
          </p:cNvSpPr>
          <p:nvPr>
            <p:ph type="sldNum" sz="quarter" idx="12"/>
          </p:nvPr>
        </p:nvSpPr>
        <p:spPr/>
        <p:txBody>
          <a:bodyPr/>
          <a:lstStyle/>
          <a:p>
            <a:fld id="{71CC62B1-FA1F-4849-B719-012F8D8A46B3}" type="slidenum">
              <a:rPr lang="en-GB" smtClean="0"/>
              <a:t>12</a:t>
            </a:fld>
            <a:endParaRPr lang="en-GB"/>
          </a:p>
        </p:txBody>
      </p:sp>
    </p:spTree>
    <p:extLst>
      <p:ext uri="{BB962C8B-B14F-4D97-AF65-F5344CB8AC3E}">
        <p14:creationId xmlns:p14="http://schemas.microsoft.com/office/powerpoint/2010/main" val="32868895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1D154-174C-4F44-B1BD-9F631EFEBFEA}"/>
              </a:ext>
            </a:extLst>
          </p:cNvPr>
          <p:cNvSpPr>
            <a:spLocks noGrp="1"/>
          </p:cNvSpPr>
          <p:nvPr>
            <p:ph type="title"/>
          </p:nvPr>
        </p:nvSpPr>
        <p:spPr/>
        <p:txBody>
          <a:bodyPr/>
          <a:lstStyle/>
          <a:p>
            <a:r>
              <a:rPr lang="en-GB" dirty="0"/>
              <a:t>Arima models (definitions)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B48CCF9-3520-411B-8E09-F52C407B47A3}"/>
                  </a:ext>
                </a:extLst>
              </p:cNvPr>
              <p:cNvSpPr>
                <a:spLocks noGrp="1"/>
              </p:cNvSpPr>
              <p:nvPr>
                <p:ph idx="1"/>
              </p:nvPr>
            </p:nvSpPr>
            <p:spPr/>
            <p:txBody>
              <a:bodyPr/>
              <a:lstStyle/>
              <a:p>
                <a:r>
                  <a:rPr lang="en-GB" dirty="0"/>
                  <a:t>Auto-regressive model</a:t>
                </a:r>
              </a:p>
              <a:p>
                <a:pPr lvl="1"/>
                <a14:m>
                  <m:oMath xmlns:m="http://schemas.openxmlformats.org/officeDocument/2006/math">
                    <m:d>
                      <m:dPr>
                        <m:ctrlPr>
                          <a:rPr lang="fr-BE" b="0" i="1" smtClean="0">
                            <a:latin typeface="Cambria Math" panose="02040503050406030204" pitchFamily="18" charset="0"/>
                          </a:rPr>
                        </m:ctrlPr>
                      </m:dPr>
                      <m:e>
                        <m:r>
                          <a:rPr lang="fr-BE" b="0" i="1" smtClean="0">
                            <a:latin typeface="Cambria Math" panose="02040503050406030204" pitchFamily="18" charset="0"/>
                          </a:rPr>
                          <m:t>1+</m:t>
                        </m:r>
                        <m:sSub>
                          <m:sSubPr>
                            <m:ctrlPr>
                              <a:rPr lang="fr-BE" b="0" i="1" smtClean="0">
                                <a:latin typeface="Cambria Math" panose="02040503050406030204" pitchFamily="18" charset="0"/>
                                <a:ea typeface="Cambria Math" panose="02040503050406030204" pitchFamily="18" charset="0"/>
                              </a:rPr>
                            </m:ctrlPr>
                          </m:sSubPr>
                          <m:e>
                            <m:r>
                              <a:rPr lang="fr-BE" b="0" i="1" smtClean="0">
                                <a:latin typeface="Cambria Math" panose="02040503050406030204" pitchFamily="18" charset="0"/>
                                <a:ea typeface="Cambria Math" panose="02040503050406030204" pitchFamily="18" charset="0"/>
                              </a:rPr>
                              <m:t>𝜑</m:t>
                            </m:r>
                          </m:e>
                          <m:sub>
                            <m:r>
                              <a:rPr lang="fr-BE" b="0" i="1" smtClean="0">
                                <a:latin typeface="Cambria Math" panose="02040503050406030204" pitchFamily="18" charset="0"/>
                              </a:rPr>
                              <m:t>1</m:t>
                            </m:r>
                          </m:sub>
                        </m:sSub>
                        <m:r>
                          <a:rPr lang="fr-BE" b="0" i="1" smtClean="0">
                            <a:latin typeface="Cambria Math" panose="02040503050406030204" pitchFamily="18" charset="0"/>
                          </a:rPr>
                          <m:t>𝐵</m:t>
                        </m:r>
                        <m:r>
                          <a:rPr lang="fr-BE" b="0" i="1" smtClean="0">
                            <a:latin typeface="Cambria Math" panose="02040503050406030204" pitchFamily="18" charset="0"/>
                          </a:rPr>
                          <m:t>+⋯+</m:t>
                        </m:r>
                        <m:sSub>
                          <m:sSubPr>
                            <m:ctrlPr>
                              <a:rPr lang="fr-BE" b="0" i="1" smtClean="0">
                                <a:latin typeface="Cambria Math" panose="02040503050406030204" pitchFamily="18" charset="0"/>
                                <a:ea typeface="Cambria Math" panose="02040503050406030204" pitchFamily="18" charset="0"/>
                              </a:rPr>
                            </m:ctrlPr>
                          </m:sSubPr>
                          <m:e>
                            <m:r>
                              <a:rPr lang="fr-BE" b="0" i="1" smtClean="0">
                                <a:latin typeface="Cambria Math" panose="02040503050406030204" pitchFamily="18" charset="0"/>
                                <a:ea typeface="Cambria Math" panose="02040503050406030204" pitchFamily="18" charset="0"/>
                              </a:rPr>
                              <m:t>𝜑</m:t>
                            </m:r>
                          </m:e>
                          <m:sub>
                            <m:r>
                              <a:rPr lang="fr-BE" b="0" i="1" smtClean="0">
                                <a:latin typeface="Cambria Math" panose="02040503050406030204" pitchFamily="18" charset="0"/>
                                <a:ea typeface="Cambria Math" panose="02040503050406030204" pitchFamily="18" charset="0"/>
                              </a:rPr>
                              <m:t>𝑝</m:t>
                            </m:r>
                          </m:sub>
                        </m:sSub>
                        <m:sSup>
                          <m:sSupPr>
                            <m:ctrlPr>
                              <a:rPr lang="fr-BE" b="0" i="1" smtClean="0">
                                <a:latin typeface="Cambria Math" panose="02040503050406030204" pitchFamily="18" charset="0"/>
                              </a:rPr>
                            </m:ctrlPr>
                          </m:sSupPr>
                          <m:e>
                            <m:r>
                              <a:rPr lang="fr-BE" b="0" i="1" smtClean="0">
                                <a:latin typeface="Cambria Math" panose="02040503050406030204" pitchFamily="18" charset="0"/>
                              </a:rPr>
                              <m:t>𝐵</m:t>
                            </m:r>
                          </m:e>
                          <m:sup>
                            <m:r>
                              <a:rPr lang="fr-BE" b="0" i="1" smtClean="0">
                                <a:latin typeface="Cambria Math" panose="02040503050406030204" pitchFamily="18" charset="0"/>
                              </a:rPr>
                              <m:t>𝑝</m:t>
                            </m:r>
                          </m:sup>
                        </m:sSup>
                      </m:e>
                    </m:d>
                    <m:sSub>
                      <m:sSubPr>
                        <m:ctrlPr>
                          <a:rPr lang="fr-BE" b="0" i="1" smtClean="0">
                            <a:latin typeface="Cambria Math" panose="02040503050406030204" pitchFamily="18" charset="0"/>
                          </a:rPr>
                        </m:ctrlPr>
                      </m:sSubPr>
                      <m:e>
                        <m:r>
                          <a:rPr lang="fr-BE" b="0" i="1" smtClean="0">
                            <a:latin typeface="Cambria Math" panose="02040503050406030204" pitchFamily="18" charset="0"/>
                          </a:rPr>
                          <m:t>𝑥</m:t>
                        </m:r>
                      </m:e>
                      <m:sub>
                        <m:r>
                          <a:rPr lang="fr-BE" b="0" i="1" smtClean="0">
                            <a:latin typeface="Cambria Math" panose="02040503050406030204" pitchFamily="18" charset="0"/>
                          </a:rPr>
                          <m:t>𝑡</m:t>
                        </m:r>
                      </m:sub>
                    </m:sSub>
                    <m:r>
                      <a:rPr lang="fr-BE" b="0" i="1" smtClean="0">
                        <a:latin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Φ</m:t>
                    </m:r>
                    <m:d>
                      <m:dPr>
                        <m:ctrlPr>
                          <a:rPr lang="fr-BE" b="0" i="1" smtClean="0">
                            <a:latin typeface="Cambria Math" panose="02040503050406030204" pitchFamily="18" charset="0"/>
                            <a:ea typeface="Cambria Math" panose="02040503050406030204" pitchFamily="18" charset="0"/>
                          </a:rPr>
                        </m:ctrlPr>
                      </m:dPr>
                      <m:e>
                        <m:r>
                          <a:rPr lang="fr-BE" b="0" i="1" smtClean="0">
                            <a:latin typeface="Cambria Math" panose="02040503050406030204" pitchFamily="18" charset="0"/>
                            <a:ea typeface="Cambria Math" panose="02040503050406030204" pitchFamily="18" charset="0"/>
                          </a:rPr>
                          <m:t>𝐵</m:t>
                        </m:r>
                      </m:e>
                    </m:d>
                    <m:sSub>
                      <m:sSubPr>
                        <m:ctrlPr>
                          <a:rPr lang="fr-BE" b="0" i="1" smtClean="0">
                            <a:latin typeface="Cambria Math" panose="02040503050406030204" pitchFamily="18" charset="0"/>
                          </a:rPr>
                        </m:ctrlPr>
                      </m:sSubPr>
                      <m:e>
                        <m:r>
                          <a:rPr lang="fr-BE" b="0" i="1" smtClean="0">
                            <a:latin typeface="Cambria Math" panose="02040503050406030204" pitchFamily="18" charset="0"/>
                          </a:rPr>
                          <m:t>𝑥</m:t>
                        </m:r>
                      </m:e>
                      <m:sub>
                        <m:r>
                          <a:rPr lang="fr-BE" b="0" i="1" smtClean="0">
                            <a:latin typeface="Cambria Math" panose="02040503050406030204" pitchFamily="18" charset="0"/>
                          </a:rPr>
                          <m:t>𝑡</m:t>
                        </m:r>
                      </m:sub>
                    </m:sSub>
                    <m:r>
                      <a:rPr lang="fr-BE" b="0" i="1" smtClean="0">
                        <a:latin typeface="Cambria Math" panose="02040503050406030204" pitchFamily="18" charset="0"/>
                      </a:rPr>
                      <m:t>=</m:t>
                    </m:r>
                    <m:sSub>
                      <m:sSubPr>
                        <m:ctrlPr>
                          <a:rPr lang="fr-BE" b="0" i="1" smtClean="0">
                            <a:latin typeface="Cambria Math" panose="02040503050406030204" pitchFamily="18" charset="0"/>
                            <a:ea typeface="Cambria Math" panose="02040503050406030204" pitchFamily="18" charset="0"/>
                          </a:rPr>
                        </m:ctrlPr>
                      </m:sSubPr>
                      <m:e>
                        <m:r>
                          <a:rPr lang="fr-BE" b="0" i="1" smtClean="0">
                            <a:latin typeface="Cambria Math" panose="02040503050406030204" pitchFamily="18" charset="0"/>
                            <a:ea typeface="Cambria Math" panose="02040503050406030204" pitchFamily="18" charset="0"/>
                          </a:rPr>
                          <m:t>𝜀</m:t>
                        </m:r>
                      </m:e>
                      <m:sub>
                        <m:r>
                          <a:rPr lang="fr-BE" b="0" i="1" smtClean="0">
                            <a:latin typeface="Cambria Math" panose="02040503050406030204" pitchFamily="18" charset="0"/>
                          </a:rPr>
                          <m:t>𝑡</m:t>
                        </m:r>
                      </m:sub>
                    </m:sSub>
                  </m:oMath>
                </a14:m>
                <a:endParaRPr lang="en-GB" dirty="0"/>
              </a:p>
              <a:p>
                <a:pPr lvl="1"/>
                <a14:m>
                  <m:oMath xmlns:m="http://schemas.openxmlformats.org/officeDocument/2006/math">
                    <m:sSub>
                      <m:sSubPr>
                        <m:ctrlPr>
                          <a:rPr lang="fr-BE" b="0" i="1" smtClean="0">
                            <a:latin typeface="Cambria Math" panose="02040503050406030204" pitchFamily="18" charset="0"/>
                          </a:rPr>
                        </m:ctrlPr>
                      </m:sSubPr>
                      <m:e>
                        <m:r>
                          <a:rPr lang="fr-BE" b="0" i="1" smtClean="0">
                            <a:latin typeface="Cambria Math" panose="02040503050406030204" pitchFamily="18" charset="0"/>
                          </a:rPr>
                          <m:t>𝑥</m:t>
                        </m:r>
                      </m:e>
                      <m:sub>
                        <m:r>
                          <a:rPr lang="fr-BE" b="0" i="1" smtClean="0">
                            <a:latin typeface="Cambria Math" panose="02040503050406030204" pitchFamily="18" charset="0"/>
                          </a:rPr>
                          <m:t>𝑡</m:t>
                        </m:r>
                      </m:sub>
                    </m:sSub>
                    <m:r>
                      <a:rPr lang="fr-BE" b="0" i="1" smtClean="0">
                        <a:latin typeface="Cambria Math" panose="02040503050406030204" pitchFamily="18" charset="0"/>
                      </a:rPr>
                      <m:t>=</m:t>
                    </m:r>
                    <m:sSub>
                      <m:sSubPr>
                        <m:ctrlPr>
                          <a:rPr lang="fr-BE" b="0" i="1" smtClean="0">
                            <a:latin typeface="Cambria Math" panose="02040503050406030204" pitchFamily="18" charset="0"/>
                            <a:ea typeface="Cambria Math" panose="02040503050406030204" pitchFamily="18" charset="0"/>
                          </a:rPr>
                        </m:ctrlPr>
                      </m:sSubPr>
                      <m:e>
                        <m:r>
                          <a:rPr lang="fr-BE" b="0" i="1" smtClean="0">
                            <a:latin typeface="Cambria Math" panose="02040503050406030204" pitchFamily="18" charset="0"/>
                            <a:ea typeface="Cambria Math" panose="02040503050406030204" pitchFamily="18" charset="0"/>
                          </a:rPr>
                          <m:t>𝜀</m:t>
                        </m:r>
                      </m:e>
                      <m:sub>
                        <m:r>
                          <a:rPr lang="fr-BE" b="0" i="1" smtClean="0">
                            <a:latin typeface="Cambria Math" panose="02040503050406030204" pitchFamily="18" charset="0"/>
                          </a:rPr>
                          <m:t>𝑡</m:t>
                        </m:r>
                      </m:sub>
                    </m:sSub>
                    <m:r>
                      <a:rPr lang="fr-BE" b="0" i="1" smtClean="0">
                        <a:latin typeface="Cambria Math" panose="02040503050406030204" pitchFamily="18" charset="0"/>
                      </a:rPr>
                      <m:t>−</m:t>
                    </m:r>
                    <m:sSub>
                      <m:sSubPr>
                        <m:ctrlPr>
                          <a:rPr lang="fr-BE" b="0" i="1" smtClean="0">
                            <a:latin typeface="Cambria Math" panose="02040503050406030204" pitchFamily="18" charset="0"/>
                            <a:ea typeface="Cambria Math" panose="02040503050406030204" pitchFamily="18" charset="0"/>
                          </a:rPr>
                        </m:ctrlPr>
                      </m:sSubPr>
                      <m:e>
                        <m:r>
                          <a:rPr lang="fr-BE" b="0" i="1" smtClean="0">
                            <a:latin typeface="Cambria Math" panose="02040503050406030204" pitchFamily="18" charset="0"/>
                            <a:ea typeface="Cambria Math" panose="02040503050406030204" pitchFamily="18" charset="0"/>
                          </a:rPr>
                          <m:t>𝜑</m:t>
                        </m:r>
                      </m:e>
                      <m:sub>
                        <m:r>
                          <a:rPr lang="fr-BE" b="0" i="1" smtClean="0">
                            <a:latin typeface="Cambria Math" panose="02040503050406030204" pitchFamily="18" charset="0"/>
                          </a:rPr>
                          <m:t>1</m:t>
                        </m:r>
                      </m:sub>
                    </m:sSub>
                    <m:sSub>
                      <m:sSubPr>
                        <m:ctrlPr>
                          <a:rPr lang="fr-BE" b="0" i="1" smtClean="0">
                            <a:latin typeface="Cambria Math" panose="02040503050406030204" pitchFamily="18" charset="0"/>
                          </a:rPr>
                        </m:ctrlPr>
                      </m:sSubPr>
                      <m:e>
                        <m:r>
                          <a:rPr lang="fr-BE" b="0" i="1" smtClean="0">
                            <a:latin typeface="Cambria Math" panose="02040503050406030204" pitchFamily="18" charset="0"/>
                          </a:rPr>
                          <m:t>𝑥</m:t>
                        </m:r>
                      </m:e>
                      <m:sub>
                        <m:r>
                          <a:rPr lang="fr-BE" b="0" i="1" smtClean="0">
                            <a:latin typeface="Cambria Math" panose="02040503050406030204" pitchFamily="18" charset="0"/>
                          </a:rPr>
                          <m:t>𝑡</m:t>
                        </m:r>
                        <m:r>
                          <a:rPr lang="fr-BE" b="0" i="1" smtClean="0">
                            <a:latin typeface="Cambria Math" panose="02040503050406030204" pitchFamily="18" charset="0"/>
                          </a:rPr>
                          <m:t>−1</m:t>
                        </m:r>
                      </m:sub>
                    </m:sSub>
                    <m:r>
                      <a:rPr lang="fr-BE" b="0" i="1" smtClean="0">
                        <a:latin typeface="Cambria Math" panose="02040503050406030204" pitchFamily="18" charset="0"/>
                      </a:rPr>
                      <m:t>−⋯−</m:t>
                    </m:r>
                    <m:sSub>
                      <m:sSubPr>
                        <m:ctrlPr>
                          <a:rPr lang="fr-BE" b="0" i="1" smtClean="0">
                            <a:latin typeface="Cambria Math" panose="02040503050406030204" pitchFamily="18" charset="0"/>
                            <a:ea typeface="Cambria Math" panose="02040503050406030204" pitchFamily="18" charset="0"/>
                          </a:rPr>
                        </m:ctrlPr>
                      </m:sSubPr>
                      <m:e>
                        <m:r>
                          <a:rPr lang="fr-BE" b="0" i="1" smtClean="0">
                            <a:latin typeface="Cambria Math" panose="02040503050406030204" pitchFamily="18" charset="0"/>
                            <a:ea typeface="Cambria Math" panose="02040503050406030204" pitchFamily="18" charset="0"/>
                          </a:rPr>
                          <m:t>𝜑</m:t>
                        </m:r>
                      </m:e>
                      <m:sub>
                        <m:r>
                          <a:rPr lang="fr-BE" b="0" i="1" smtClean="0">
                            <a:latin typeface="Cambria Math" panose="02040503050406030204" pitchFamily="18" charset="0"/>
                            <a:ea typeface="Cambria Math" panose="02040503050406030204" pitchFamily="18" charset="0"/>
                          </a:rPr>
                          <m:t>𝑝</m:t>
                        </m:r>
                      </m:sub>
                    </m:sSub>
                    <m:sSub>
                      <m:sSubPr>
                        <m:ctrlPr>
                          <a:rPr lang="fr-BE" b="0" i="1" smtClean="0">
                            <a:latin typeface="Cambria Math" panose="02040503050406030204" pitchFamily="18" charset="0"/>
                          </a:rPr>
                        </m:ctrlPr>
                      </m:sSubPr>
                      <m:e>
                        <m:r>
                          <a:rPr lang="fr-BE" b="0" i="1" smtClean="0">
                            <a:latin typeface="Cambria Math" panose="02040503050406030204" pitchFamily="18" charset="0"/>
                          </a:rPr>
                          <m:t>𝑥</m:t>
                        </m:r>
                      </m:e>
                      <m:sub>
                        <m:r>
                          <a:rPr lang="fr-BE" b="0" i="1" smtClean="0">
                            <a:latin typeface="Cambria Math" panose="02040503050406030204" pitchFamily="18" charset="0"/>
                          </a:rPr>
                          <m:t>𝑡</m:t>
                        </m:r>
                        <m:r>
                          <a:rPr lang="fr-BE" b="0" i="1" smtClean="0">
                            <a:latin typeface="Cambria Math" panose="02040503050406030204" pitchFamily="18" charset="0"/>
                          </a:rPr>
                          <m:t>−</m:t>
                        </m:r>
                        <m:r>
                          <a:rPr lang="fr-BE" b="0" i="1" smtClean="0">
                            <a:latin typeface="Cambria Math" panose="02040503050406030204" pitchFamily="18" charset="0"/>
                          </a:rPr>
                          <m:t>𝑝</m:t>
                        </m:r>
                      </m:sub>
                    </m:sSub>
                  </m:oMath>
                </a14:m>
                <a:r>
                  <a:rPr lang="en-GB" dirty="0"/>
                  <a:t> 			</a:t>
                </a:r>
                <a:r>
                  <a:rPr lang="en-GB" dirty="0">
                    <a:solidFill>
                      <a:srgbClr val="FF0000"/>
                    </a:solidFill>
                  </a:rPr>
                  <a:t>(≠R, X13)</a:t>
                </a:r>
              </a:p>
              <a:p>
                <a:r>
                  <a:rPr lang="en-GB" dirty="0"/>
                  <a:t>Moving average model</a:t>
                </a:r>
              </a:p>
              <a:p>
                <a:pPr lvl="1"/>
                <a14:m>
                  <m:oMath xmlns:m="http://schemas.openxmlformats.org/officeDocument/2006/math">
                    <m:sSub>
                      <m:sSubPr>
                        <m:ctrlPr>
                          <a:rPr lang="fr-BE" b="0" i="1" smtClean="0">
                            <a:latin typeface="Cambria Math" panose="02040503050406030204" pitchFamily="18" charset="0"/>
                          </a:rPr>
                        </m:ctrlPr>
                      </m:sSubPr>
                      <m:e>
                        <m:r>
                          <a:rPr lang="fr-BE" b="0" i="1" smtClean="0">
                            <a:latin typeface="Cambria Math" panose="02040503050406030204" pitchFamily="18" charset="0"/>
                          </a:rPr>
                          <m:t>𝑥</m:t>
                        </m:r>
                      </m:e>
                      <m:sub>
                        <m:r>
                          <a:rPr lang="fr-BE" b="0" i="1" smtClean="0">
                            <a:latin typeface="Cambria Math" panose="02040503050406030204" pitchFamily="18" charset="0"/>
                          </a:rPr>
                          <m:t>𝑡</m:t>
                        </m:r>
                      </m:sub>
                    </m:sSub>
                    <m:r>
                      <a:rPr lang="fr-BE" b="0" i="1" smtClean="0">
                        <a:latin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Θ</m:t>
                    </m:r>
                    <m:d>
                      <m:dPr>
                        <m:ctrlPr>
                          <a:rPr lang="fr-BE" b="0" i="1" smtClean="0">
                            <a:latin typeface="Cambria Math" panose="02040503050406030204" pitchFamily="18" charset="0"/>
                            <a:ea typeface="Cambria Math" panose="02040503050406030204" pitchFamily="18" charset="0"/>
                          </a:rPr>
                        </m:ctrlPr>
                      </m:dPr>
                      <m:e>
                        <m:r>
                          <a:rPr lang="fr-BE" b="0" i="1" smtClean="0">
                            <a:latin typeface="Cambria Math" panose="02040503050406030204" pitchFamily="18" charset="0"/>
                            <a:ea typeface="Cambria Math" panose="02040503050406030204" pitchFamily="18" charset="0"/>
                          </a:rPr>
                          <m:t>𝐵</m:t>
                        </m:r>
                      </m:e>
                    </m:d>
                    <m:sSub>
                      <m:sSubPr>
                        <m:ctrlPr>
                          <a:rPr lang="fr-BE" b="0" i="1" smtClean="0">
                            <a:latin typeface="Cambria Math" panose="02040503050406030204" pitchFamily="18" charset="0"/>
                          </a:rPr>
                        </m:ctrlPr>
                      </m:sSubPr>
                      <m:e>
                        <m:r>
                          <a:rPr lang="fr-BE" b="0" i="1" smtClean="0">
                            <a:latin typeface="Cambria Math" panose="02040503050406030204" pitchFamily="18" charset="0"/>
                          </a:rPr>
                          <m:t>𝑥</m:t>
                        </m:r>
                      </m:e>
                      <m:sub>
                        <m:r>
                          <a:rPr lang="fr-BE" b="0" i="1" smtClean="0">
                            <a:latin typeface="Cambria Math" panose="02040503050406030204" pitchFamily="18" charset="0"/>
                          </a:rPr>
                          <m:t>𝑡</m:t>
                        </m:r>
                      </m:sub>
                    </m:sSub>
                    <m:r>
                      <a:rPr lang="fr-BE" b="0" i="1" smtClean="0">
                        <a:latin typeface="Cambria Math" panose="02040503050406030204" pitchFamily="18" charset="0"/>
                      </a:rPr>
                      <m:t>=</m:t>
                    </m:r>
                    <m:sSub>
                      <m:sSubPr>
                        <m:ctrlPr>
                          <a:rPr lang="fr-BE" b="0" i="1" smtClean="0">
                            <a:latin typeface="Cambria Math" panose="02040503050406030204" pitchFamily="18" charset="0"/>
                          </a:rPr>
                        </m:ctrlPr>
                      </m:sSubPr>
                      <m:e>
                        <m:d>
                          <m:dPr>
                            <m:ctrlPr>
                              <a:rPr lang="fr-BE" b="0" i="1" smtClean="0">
                                <a:latin typeface="Cambria Math" panose="02040503050406030204" pitchFamily="18" charset="0"/>
                              </a:rPr>
                            </m:ctrlPr>
                          </m:dPr>
                          <m:e>
                            <m:r>
                              <a:rPr lang="fr-BE" b="0" i="1" smtClean="0">
                                <a:latin typeface="Cambria Math" panose="02040503050406030204" pitchFamily="18" charset="0"/>
                              </a:rPr>
                              <m:t>1+</m:t>
                            </m:r>
                            <m:sSub>
                              <m:sSubPr>
                                <m:ctrlPr>
                                  <a:rPr lang="fr-BE" b="0" i="1" smtClean="0">
                                    <a:latin typeface="Cambria Math" panose="02040503050406030204" pitchFamily="18" charset="0"/>
                                    <a:ea typeface="Cambria Math" panose="02040503050406030204" pitchFamily="18" charset="0"/>
                                  </a:rPr>
                                </m:ctrlPr>
                              </m:sSubPr>
                              <m:e>
                                <m:r>
                                  <a:rPr lang="fr-BE" b="0" i="1" smtClean="0">
                                    <a:latin typeface="Cambria Math" panose="02040503050406030204" pitchFamily="18" charset="0"/>
                                    <a:ea typeface="Cambria Math" panose="02040503050406030204" pitchFamily="18" charset="0"/>
                                  </a:rPr>
                                  <m:t>𝜃</m:t>
                                </m:r>
                              </m:e>
                              <m:sub>
                                <m:r>
                                  <a:rPr lang="fr-BE" b="0" i="1" smtClean="0">
                                    <a:latin typeface="Cambria Math" panose="02040503050406030204" pitchFamily="18" charset="0"/>
                                  </a:rPr>
                                  <m:t>1</m:t>
                                </m:r>
                              </m:sub>
                            </m:sSub>
                            <m:r>
                              <a:rPr lang="fr-BE" b="0" i="1" smtClean="0">
                                <a:latin typeface="Cambria Math" panose="02040503050406030204" pitchFamily="18" charset="0"/>
                              </a:rPr>
                              <m:t>𝐵</m:t>
                            </m:r>
                            <m:r>
                              <a:rPr lang="fr-BE" b="0" i="1" smtClean="0">
                                <a:latin typeface="Cambria Math" panose="02040503050406030204" pitchFamily="18" charset="0"/>
                              </a:rPr>
                              <m:t>+⋯+</m:t>
                            </m:r>
                            <m:sSub>
                              <m:sSubPr>
                                <m:ctrlPr>
                                  <a:rPr lang="fr-BE" b="0" i="1" smtClean="0">
                                    <a:latin typeface="Cambria Math" panose="02040503050406030204" pitchFamily="18" charset="0"/>
                                    <a:ea typeface="Cambria Math" panose="02040503050406030204" pitchFamily="18" charset="0"/>
                                  </a:rPr>
                                </m:ctrlPr>
                              </m:sSubPr>
                              <m:e>
                                <m:r>
                                  <a:rPr lang="fr-BE" b="0" i="1" smtClean="0">
                                    <a:latin typeface="Cambria Math" panose="02040503050406030204" pitchFamily="18" charset="0"/>
                                    <a:ea typeface="Cambria Math" panose="02040503050406030204" pitchFamily="18" charset="0"/>
                                  </a:rPr>
                                  <m:t>𝜃</m:t>
                                </m:r>
                              </m:e>
                              <m:sub>
                                <m:r>
                                  <a:rPr lang="fr-BE" b="0" i="1" smtClean="0">
                                    <a:latin typeface="Cambria Math" panose="02040503050406030204" pitchFamily="18" charset="0"/>
                                    <a:ea typeface="Cambria Math" panose="02040503050406030204" pitchFamily="18" charset="0"/>
                                  </a:rPr>
                                  <m:t>𝑞</m:t>
                                </m:r>
                              </m:sub>
                            </m:sSub>
                            <m:sSup>
                              <m:sSupPr>
                                <m:ctrlPr>
                                  <a:rPr lang="fr-BE" b="0" i="1" smtClean="0">
                                    <a:latin typeface="Cambria Math" panose="02040503050406030204" pitchFamily="18" charset="0"/>
                                  </a:rPr>
                                </m:ctrlPr>
                              </m:sSupPr>
                              <m:e>
                                <m:r>
                                  <a:rPr lang="fr-BE" b="0" i="1" smtClean="0">
                                    <a:latin typeface="Cambria Math" panose="02040503050406030204" pitchFamily="18" charset="0"/>
                                  </a:rPr>
                                  <m:t>𝐵</m:t>
                                </m:r>
                              </m:e>
                              <m:sup>
                                <m:r>
                                  <a:rPr lang="fr-BE" b="0" i="1" smtClean="0">
                                    <a:latin typeface="Cambria Math" panose="02040503050406030204" pitchFamily="18" charset="0"/>
                                  </a:rPr>
                                  <m:t>𝑞</m:t>
                                </m:r>
                              </m:sup>
                            </m:sSup>
                          </m:e>
                        </m:d>
                        <m:r>
                          <a:rPr lang="fr-BE" b="0" i="1" smtClean="0">
                            <a:latin typeface="Cambria Math" panose="02040503050406030204" pitchFamily="18" charset="0"/>
                            <a:ea typeface="Cambria Math" panose="02040503050406030204" pitchFamily="18" charset="0"/>
                          </a:rPr>
                          <m:t>𝜀</m:t>
                        </m:r>
                      </m:e>
                      <m:sub>
                        <m:r>
                          <a:rPr lang="fr-BE" b="0" i="1" smtClean="0">
                            <a:latin typeface="Cambria Math" panose="02040503050406030204" pitchFamily="18" charset="0"/>
                          </a:rPr>
                          <m:t>𝑡</m:t>
                        </m:r>
                      </m:sub>
                    </m:sSub>
                  </m:oMath>
                </a14:m>
                <a:endParaRPr lang="en-GB" dirty="0"/>
              </a:p>
              <a:p>
                <a:pPr lvl="1"/>
                <a14:m>
                  <m:oMath xmlns:m="http://schemas.openxmlformats.org/officeDocument/2006/math">
                    <m:sSub>
                      <m:sSubPr>
                        <m:ctrlPr>
                          <a:rPr lang="fr-BE" b="0" i="1" smtClean="0">
                            <a:latin typeface="Cambria Math" panose="02040503050406030204" pitchFamily="18" charset="0"/>
                          </a:rPr>
                        </m:ctrlPr>
                      </m:sSubPr>
                      <m:e>
                        <m:r>
                          <a:rPr lang="fr-BE" b="0" i="1" smtClean="0">
                            <a:latin typeface="Cambria Math" panose="02040503050406030204" pitchFamily="18" charset="0"/>
                          </a:rPr>
                          <m:t>𝑥</m:t>
                        </m:r>
                      </m:e>
                      <m:sub>
                        <m:r>
                          <a:rPr lang="fr-BE" b="0" i="1" smtClean="0">
                            <a:latin typeface="Cambria Math" panose="02040503050406030204" pitchFamily="18" charset="0"/>
                          </a:rPr>
                          <m:t>𝑡</m:t>
                        </m:r>
                      </m:sub>
                    </m:sSub>
                    <m:r>
                      <a:rPr lang="fr-BE" b="0" i="1" smtClean="0">
                        <a:latin typeface="Cambria Math" panose="02040503050406030204" pitchFamily="18" charset="0"/>
                      </a:rPr>
                      <m:t>=</m:t>
                    </m:r>
                    <m:sSub>
                      <m:sSubPr>
                        <m:ctrlPr>
                          <a:rPr lang="fr-BE" b="0" i="1" smtClean="0">
                            <a:latin typeface="Cambria Math" panose="02040503050406030204" pitchFamily="18" charset="0"/>
                            <a:ea typeface="Cambria Math" panose="02040503050406030204" pitchFamily="18" charset="0"/>
                          </a:rPr>
                        </m:ctrlPr>
                      </m:sSubPr>
                      <m:e>
                        <m:r>
                          <a:rPr lang="fr-BE" b="0" i="1" smtClean="0">
                            <a:latin typeface="Cambria Math" panose="02040503050406030204" pitchFamily="18" charset="0"/>
                            <a:ea typeface="Cambria Math" panose="02040503050406030204" pitchFamily="18" charset="0"/>
                          </a:rPr>
                          <m:t>𝜀</m:t>
                        </m:r>
                      </m:e>
                      <m:sub>
                        <m:r>
                          <a:rPr lang="fr-BE" b="0" i="1" smtClean="0">
                            <a:latin typeface="Cambria Math" panose="02040503050406030204" pitchFamily="18" charset="0"/>
                          </a:rPr>
                          <m:t>𝑡</m:t>
                        </m:r>
                      </m:sub>
                    </m:sSub>
                    <m:r>
                      <a:rPr lang="fr-BE" b="0" i="1" smtClean="0">
                        <a:latin typeface="Cambria Math" panose="02040503050406030204" pitchFamily="18" charset="0"/>
                      </a:rPr>
                      <m:t>+</m:t>
                    </m:r>
                    <m:sSub>
                      <m:sSubPr>
                        <m:ctrlPr>
                          <a:rPr lang="fr-BE" b="0" i="1" smtClean="0">
                            <a:latin typeface="Cambria Math" panose="02040503050406030204" pitchFamily="18" charset="0"/>
                            <a:ea typeface="Cambria Math" panose="02040503050406030204" pitchFamily="18" charset="0"/>
                          </a:rPr>
                        </m:ctrlPr>
                      </m:sSubPr>
                      <m:e>
                        <m:r>
                          <a:rPr lang="fr-BE" b="0" i="1" smtClean="0">
                            <a:latin typeface="Cambria Math" panose="02040503050406030204" pitchFamily="18" charset="0"/>
                            <a:ea typeface="Cambria Math" panose="02040503050406030204" pitchFamily="18" charset="0"/>
                          </a:rPr>
                          <m:t>𝜃</m:t>
                        </m:r>
                      </m:e>
                      <m:sub>
                        <m:r>
                          <a:rPr lang="fr-BE" b="0" i="1" smtClean="0">
                            <a:latin typeface="Cambria Math" panose="02040503050406030204" pitchFamily="18" charset="0"/>
                          </a:rPr>
                          <m:t>1</m:t>
                        </m:r>
                      </m:sub>
                    </m:sSub>
                    <m:sSub>
                      <m:sSubPr>
                        <m:ctrlPr>
                          <a:rPr lang="fr-BE" b="0" i="1" smtClean="0">
                            <a:latin typeface="Cambria Math" panose="02040503050406030204" pitchFamily="18" charset="0"/>
                            <a:ea typeface="Cambria Math" panose="02040503050406030204" pitchFamily="18" charset="0"/>
                          </a:rPr>
                        </m:ctrlPr>
                      </m:sSubPr>
                      <m:e>
                        <m:r>
                          <a:rPr lang="fr-BE" b="0" i="1" smtClean="0">
                            <a:latin typeface="Cambria Math" panose="02040503050406030204" pitchFamily="18" charset="0"/>
                            <a:ea typeface="Cambria Math" panose="02040503050406030204" pitchFamily="18" charset="0"/>
                          </a:rPr>
                          <m:t>𝜀</m:t>
                        </m:r>
                      </m:e>
                      <m:sub>
                        <m:r>
                          <a:rPr lang="fr-BE" b="0" i="1" smtClean="0">
                            <a:latin typeface="Cambria Math" panose="02040503050406030204" pitchFamily="18" charset="0"/>
                          </a:rPr>
                          <m:t>𝑡</m:t>
                        </m:r>
                        <m:r>
                          <a:rPr lang="fr-BE" b="0" i="1" smtClean="0">
                            <a:latin typeface="Cambria Math" panose="02040503050406030204" pitchFamily="18" charset="0"/>
                          </a:rPr>
                          <m:t>−1</m:t>
                        </m:r>
                      </m:sub>
                    </m:sSub>
                    <m:r>
                      <a:rPr lang="fr-BE" b="0" i="1" smtClean="0">
                        <a:latin typeface="Cambria Math" panose="02040503050406030204" pitchFamily="18" charset="0"/>
                      </a:rPr>
                      <m:t>+⋯+</m:t>
                    </m:r>
                    <m:sSub>
                      <m:sSubPr>
                        <m:ctrlPr>
                          <a:rPr lang="fr-BE" b="0" i="1" smtClean="0">
                            <a:latin typeface="Cambria Math" panose="02040503050406030204" pitchFamily="18" charset="0"/>
                            <a:ea typeface="Cambria Math" panose="02040503050406030204" pitchFamily="18" charset="0"/>
                          </a:rPr>
                        </m:ctrlPr>
                      </m:sSubPr>
                      <m:e>
                        <m:r>
                          <a:rPr lang="fr-BE" b="0" i="1" smtClean="0">
                            <a:latin typeface="Cambria Math" panose="02040503050406030204" pitchFamily="18" charset="0"/>
                            <a:ea typeface="Cambria Math" panose="02040503050406030204" pitchFamily="18" charset="0"/>
                          </a:rPr>
                          <m:t>𝜃</m:t>
                        </m:r>
                      </m:e>
                      <m:sub>
                        <m:r>
                          <a:rPr lang="fr-BE" b="0" i="1" smtClean="0">
                            <a:latin typeface="Cambria Math" panose="02040503050406030204" pitchFamily="18" charset="0"/>
                            <a:ea typeface="Cambria Math" panose="02040503050406030204" pitchFamily="18" charset="0"/>
                          </a:rPr>
                          <m:t>𝑞</m:t>
                        </m:r>
                      </m:sub>
                    </m:sSub>
                    <m:sSub>
                      <m:sSubPr>
                        <m:ctrlPr>
                          <a:rPr lang="fr-BE" b="0" i="1" smtClean="0">
                            <a:latin typeface="Cambria Math" panose="02040503050406030204" pitchFamily="18" charset="0"/>
                            <a:ea typeface="Cambria Math" panose="02040503050406030204" pitchFamily="18" charset="0"/>
                          </a:rPr>
                        </m:ctrlPr>
                      </m:sSubPr>
                      <m:e>
                        <m:r>
                          <a:rPr lang="fr-BE" b="0" i="1" smtClean="0">
                            <a:latin typeface="Cambria Math" panose="02040503050406030204" pitchFamily="18" charset="0"/>
                            <a:ea typeface="Cambria Math" panose="02040503050406030204" pitchFamily="18" charset="0"/>
                          </a:rPr>
                          <m:t>𝜀</m:t>
                        </m:r>
                      </m:e>
                      <m:sub>
                        <m:r>
                          <a:rPr lang="fr-BE" b="0" i="1" smtClean="0">
                            <a:latin typeface="Cambria Math" panose="02040503050406030204" pitchFamily="18" charset="0"/>
                          </a:rPr>
                          <m:t>𝑡</m:t>
                        </m:r>
                        <m:r>
                          <a:rPr lang="fr-BE" b="0" i="1" smtClean="0">
                            <a:latin typeface="Cambria Math" panose="02040503050406030204" pitchFamily="18" charset="0"/>
                          </a:rPr>
                          <m:t>−</m:t>
                        </m:r>
                        <m:r>
                          <a:rPr lang="fr-BE" b="0" i="1" smtClean="0">
                            <a:latin typeface="Cambria Math" panose="02040503050406030204" pitchFamily="18" charset="0"/>
                          </a:rPr>
                          <m:t>𝑞</m:t>
                        </m:r>
                      </m:sub>
                    </m:sSub>
                  </m:oMath>
                </a14:m>
                <a:r>
                  <a:rPr lang="en-GB" dirty="0"/>
                  <a:t> 	</a:t>
                </a:r>
              </a:p>
            </p:txBody>
          </p:sp>
        </mc:Choice>
        <mc:Fallback xmlns="">
          <p:sp>
            <p:nvSpPr>
              <p:cNvPr id="3" name="Content Placeholder 2">
                <a:extLst>
                  <a:ext uri="{FF2B5EF4-FFF2-40B4-BE49-F238E27FC236}">
                    <a16:creationId xmlns:a16="http://schemas.microsoft.com/office/drawing/2014/main" id="{EB48CCF9-3520-411B-8E09-F52C407B47A3}"/>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GB">
                    <a:noFill/>
                  </a:rPr>
                  <a:t> </a:t>
                </a:r>
              </a:p>
            </p:txBody>
          </p:sp>
        </mc:Fallback>
      </mc:AlternateContent>
      <p:sp>
        <p:nvSpPr>
          <p:cNvPr id="5" name="Footer Placeholder 4">
            <a:extLst>
              <a:ext uri="{FF2B5EF4-FFF2-40B4-BE49-F238E27FC236}">
                <a16:creationId xmlns:a16="http://schemas.microsoft.com/office/drawing/2014/main" id="{D027C633-766E-47F8-9728-288EE84B58F6}"/>
              </a:ext>
            </a:extLst>
          </p:cNvPr>
          <p:cNvSpPr>
            <a:spLocks noGrp="1"/>
          </p:cNvSpPr>
          <p:nvPr>
            <p:ph type="ftr" sz="quarter" idx="11"/>
          </p:nvPr>
        </p:nvSpPr>
        <p:spPr/>
        <p:txBody>
          <a:bodyPr/>
          <a:lstStyle/>
          <a:p>
            <a:r>
              <a:rPr lang="en-GB"/>
              <a:t>Time Series</a:t>
            </a:r>
          </a:p>
        </p:txBody>
      </p:sp>
      <p:sp>
        <p:nvSpPr>
          <p:cNvPr id="4" name="Espace réservé du numéro de diapositive 3">
            <a:extLst>
              <a:ext uri="{FF2B5EF4-FFF2-40B4-BE49-F238E27FC236}">
                <a16:creationId xmlns:a16="http://schemas.microsoft.com/office/drawing/2014/main" id="{F698B9C4-D421-3CB5-9B87-B2EE50C86EAB}"/>
              </a:ext>
            </a:extLst>
          </p:cNvPr>
          <p:cNvSpPr>
            <a:spLocks noGrp="1"/>
          </p:cNvSpPr>
          <p:nvPr>
            <p:ph type="sldNum" sz="quarter" idx="12"/>
          </p:nvPr>
        </p:nvSpPr>
        <p:spPr/>
        <p:txBody>
          <a:bodyPr/>
          <a:lstStyle/>
          <a:p>
            <a:fld id="{71CC62B1-FA1F-4849-B719-012F8D8A46B3}" type="slidenum">
              <a:rPr lang="en-GB" smtClean="0"/>
              <a:t>13</a:t>
            </a:fld>
            <a:endParaRPr lang="en-GB"/>
          </a:p>
        </p:txBody>
      </p:sp>
    </p:spTree>
    <p:extLst>
      <p:ext uri="{BB962C8B-B14F-4D97-AF65-F5344CB8AC3E}">
        <p14:creationId xmlns:p14="http://schemas.microsoft.com/office/powerpoint/2010/main" val="36385404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30004-2A8D-4374-8EFE-ADFC89CE3073}"/>
              </a:ext>
            </a:extLst>
          </p:cNvPr>
          <p:cNvSpPr>
            <a:spLocks noGrp="1"/>
          </p:cNvSpPr>
          <p:nvPr>
            <p:ph type="title"/>
          </p:nvPr>
        </p:nvSpPr>
        <p:spPr/>
        <p:txBody>
          <a:bodyPr/>
          <a:lstStyle/>
          <a:p>
            <a:r>
              <a:rPr lang="en-GB" dirty="0"/>
              <a:t>Arima models (definitions)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190E2B5-ABD5-409B-9F04-6E4A904B7191}"/>
                  </a:ext>
                </a:extLst>
              </p:cNvPr>
              <p:cNvSpPr>
                <a:spLocks noGrp="1"/>
              </p:cNvSpPr>
              <p:nvPr>
                <p:ph idx="1"/>
              </p:nvPr>
            </p:nvSpPr>
            <p:spPr/>
            <p:txBody>
              <a:bodyPr/>
              <a:lstStyle/>
              <a:p>
                <a:r>
                  <a:rPr lang="en-GB" dirty="0"/>
                  <a:t>ARMA</a:t>
                </a:r>
                <a:r>
                  <a:rPr lang="fr-BE" b="0" dirty="0"/>
                  <a:t> </a:t>
                </a:r>
                <a14:m>
                  <m:oMath xmlns:m="http://schemas.openxmlformats.org/officeDocument/2006/math">
                    <m:r>
                      <a:rPr lang="fr-BE" b="0" i="1" smtClean="0">
                        <a:latin typeface="Cambria Math" panose="02040503050406030204" pitchFamily="18" charset="0"/>
                      </a:rPr>
                      <m:t>(</m:t>
                    </m:r>
                    <m:r>
                      <a:rPr lang="fr-BE" b="0" i="1" smtClean="0">
                        <a:latin typeface="Cambria Math" panose="02040503050406030204" pitchFamily="18" charset="0"/>
                      </a:rPr>
                      <m:t>𝑝</m:t>
                    </m:r>
                    <m:r>
                      <a:rPr lang="fr-BE" b="0" i="1" smtClean="0">
                        <a:latin typeface="Cambria Math" panose="02040503050406030204" pitchFamily="18" charset="0"/>
                      </a:rPr>
                      <m:t>, </m:t>
                    </m:r>
                    <m:r>
                      <a:rPr lang="fr-BE" b="0" i="1" smtClean="0">
                        <a:latin typeface="Cambria Math" panose="02040503050406030204" pitchFamily="18" charset="0"/>
                      </a:rPr>
                      <m:t>𝑞</m:t>
                    </m:r>
                    <m:r>
                      <a:rPr lang="fr-BE" b="0" i="1" smtClean="0">
                        <a:latin typeface="Cambria Math" panose="02040503050406030204" pitchFamily="18" charset="0"/>
                      </a:rPr>
                      <m:t>)</m:t>
                    </m:r>
                  </m:oMath>
                </a14:m>
                <a:endParaRPr lang="en-GB" dirty="0"/>
              </a:p>
              <a:p>
                <a:pPr lvl="1"/>
                <a14:m>
                  <m:oMath xmlns:m="http://schemas.openxmlformats.org/officeDocument/2006/math">
                    <m:r>
                      <m:rPr>
                        <m:sty m:val="p"/>
                      </m:rPr>
                      <a:rPr lang="el-GR" b="0" i="1" smtClean="0">
                        <a:latin typeface="Cambria Math" panose="02040503050406030204" pitchFamily="18" charset="0"/>
                        <a:ea typeface="Cambria Math" panose="02040503050406030204" pitchFamily="18" charset="0"/>
                      </a:rPr>
                      <m:t>Φ</m:t>
                    </m:r>
                    <m:d>
                      <m:dPr>
                        <m:ctrlPr>
                          <a:rPr lang="fr-BE" b="0" i="1" smtClean="0">
                            <a:latin typeface="Cambria Math" panose="02040503050406030204" pitchFamily="18" charset="0"/>
                            <a:ea typeface="Cambria Math" panose="02040503050406030204" pitchFamily="18" charset="0"/>
                          </a:rPr>
                        </m:ctrlPr>
                      </m:dPr>
                      <m:e>
                        <m:r>
                          <a:rPr lang="fr-BE" b="0" i="1" smtClean="0">
                            <a:latin typeface="Cambria Math" panose="02040503050406030204" pitchFamily="18" charset="0"/>
                            <a:ea typeface="Cambria Math" panose="02040503050406030204" pitchFamily="18" charset="0"/>
                          </a:rPr>
                          <m:t>𝐵</m:t>
                        </m:r>
                      </m:e>
                    </m:d>
                    <m:sSub>
                      <m:sSubPr>
                        <m:ctrlPr>
                          <a:rPr lang="fr-BE" b="0" i="1" smtClean="0">
                            <a:latin typeface="Cambria Math" panose="02040503050406030204" pitchFamily="18" charset="0"/>
                          </a:rPr>
                        </m:ctrlPr>
                      </m:sSubPr>
                      <m:e>
                        <m:r>
                          <a:rPr lang="fr-BE" b="0" i="1" smtClean="0">
                            <a:latin typeface="Cambria Math" panose="02040503050406030204" pitchFamily="18" charset="0"/>
                          </a:rPr>
                          <m:t>𝑥</m:t>
                        </m:r>
                      </m:e>
                      <m:sub>
                        <m:r>
                          <a:rPr lang="fr-BE" b="0" i="1" smtClean="0">
                            <a:latin typeface="Cambria Math" panose="02040503050406030204" pitchFamily="18" charset="0"/>
                          </a:rPr>
                          <m:t>𝑡</m:t>
                        </m:r>
                      </m:sub>
                    </m:sSub>
                    <m:r>
                      <a:rPr lang="fr-BE" b="0" i="1" smtClean="0">
                        <a:latin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Θ</m:t>
                    </m:r>
                    <m:d>
                      <m:dPr>
                        <m:ctrlPr>
                          <a:rPr lang="fr-BE" b="0" i="1" smtClean="0">
                            <a:latin typeface="Cambria Math" panose="02040503050406030204" pitchFamily="18" charset="0"/>
                            <a:ea typeface="Cambria Math" panose="02040503050406030204" pitchFamily="18" charset="0"/>
                          </a:rPr>
                        </m:ctrlPr>
                      </m:dPr>
                      <m:e>
                        <m:r>
                          <a:rPr lang="fr-BE" b="0" i="1" smtClean="0">
                            <a:latin typeface="Cambria Math" panose="02040503050406030204" pitchFamily="18" charset="0"/>
                            <a:ea typeface="Cambria Math" panose="02040503050406030204" pitchFamily="18" charset="0"/>
                          </a:rPr>
                          <m:t>𝐵</m:t>
                        </m:r>
                      </m:e>
                    </m:d>
                    <m:sSub>
                      <m:sSubPr>
                        <m:ctrlPr>
                          <a:rPr lang="fr-BE" b="0" i="1" smtClean="0">
                            <a:latin typeface="Cambria Math" panose="02040503050406030204" pitchFamily="18" charset="0"/>
                            <a:ea typeface="Cambria Math" panose="02040503050406030204" pitchFamily="18" charset="0"/>
                          </a:rPr>
                        </m:ctrlPr>
                      </m:sSubPr>
                      <m:e>
                        <m:r>
                          <a:rPr lang="fr-BE" b="0" i="1" smtClean="0">
                            <a:latin typeface="Cambria Math" panose="02040503050406030204" pitchFamily="18" charset="0"/>
                            <a:ea typeface="Cambria Math" panose="02040503050406030204" pitchFamily="18" charset="0"/>
                          </a:rPr>
                          <m:t>𝜀</m:t>
                        </m:r>
                      </m:e>
                      <m:sub>
                        <m:r>
                          <a:rPr lang="fr-BE" b="0" i="1" smtClean="0">
                            <a:latin typeface="Cambria Math" panose="02040503050406030204" pitchFamily="18" charset="0"/>
                          </a:rPr>
                          <m:t>𝑡</m:t>
                        </m:r>
                      </m:sub>
                    </m:sSub>
                  </m:oMath>
                </a14:m>
                <a:endParaRPr lang="en-GB" dirty="0"/>
              </a:p>
              <a:p>
                <a:r>
                  <a:rPr lang="en-GB" dirty="0"/>
                  <a:t>SARIMA</a:t>
                </a:r>
                <a14:m>
                  <m:oMath xmlns:m="http://schemas.openxmlformats.org/officeDocument/2006/math">
                    <m:r>
                      <a:rPr lang="fr-BE" b="0" i="1" smtClean="0">
                        <a:latin typeface="Cambria Math" panose="02040503050406030204" pitchFamily="18" charset="0"/>
                      </a:rPr>
                      <m:t>(</m:t>
                    </m:r>
                    <m:r>
                      <a:rPr lang="fr-BE" b="0" i="1" smtClean="0">
                        <a:latin typeface="Cambria Math" panose="02040503050406030204" pitchFamily="18" charset="0"/>
                      </a:rPr>
                      <m:t>𝑝</m:t>
                    </m:r>
                    <m:r>
                      <a:rPr lang="fr-BE" b="0" i="1" smtClean="0">
                        <a:latin typeface="Cambria Math" panose="02040503050406030204" pitchFamily="18" charset="0"/>
                      </a:rPr>
                      <m:t>,</m:t>
                    </m:r>
                    <m:r>
                      <a:rPr lang="fr-BE" b="0" i="1" smtClean="0">
                        <a:latin typeface="Cambria Math" panose="02040503050406030204" pitchFamily="18" charset="0"/>
                      </a:rPr>
                      <m:t>𝑑</m:t>
                    </m:r>
                    <m:r>
                      <a:rPr lang="fr-BE" b="0" i="1" smtClean="0">
                        <a:latin typeface="Cambria Math" panose="02040503050406030204" pitchFamily="18" charset="0"/>
                      </a:rPr>
                      <m:t>,</m:t>
                    </m:r>
                    <m:r>
                      <a:rPr lang="fr-BE" b="0" i="1" smtClean="0">
                        <a:latin typeface="Cambria Math" panose="02040503050406030204" pitchFamily="18" charset="0"/>
                      </a:rPr>
                      <m:t>𝑞</m:t>
                    </m:r>
                    <m:r>
                      <a:rPr lang="fr-BE" b="0" i="1" smtClean="0">
                        <a:latin typeface="Cambria Math" panose="02040503050406030204" pitchFamily="18" charset="0"/>
                      </a:rPr>
                      <m:t>)</m:t>
                    </m:r>
                    <m:sSub>
                      <m:sSubPr>
                        <m:ctrlPr>
                          <a:rPr lang="fr-BE" b="0" i="1" smtClean="0">
                            <a:latin typeface="Cambria Math" panose="02040503050406030204" pitchFamily="18" charset="0"/>
                          </a:rPr>
                        </m:ctrlPr>
                      </m:sSubPr>
                      <m:e>
                        <m:r>
                          <a:rPr lang="fr-BE" b="0" i="1" smtClean="0">
                            <a:latin typeface="Cambria Math" panose="02040503050406030204" pitchFamily="18" charset="0"/>
                          </a:rPr>
                          <m:t>(</m:t>
                        </m:r>
                        <m:r>
                          <a:rPr lang="fr-BE" b="0" i="1" smtClean="0">
                            <a:latin typeface="Cambria Math" panose="02040503050406030204" pitchFamily="18" charset="0"/>
                          </a:rPr>
                          <m:t>𝑏𝑝</m:t>
                        </m:r>
                        <m:r>
                          <a:rPr lang="fr-BE" b="0" i="1" smtClean="0">
                            <a:latin typeface="Cambria Math" panose="02040503050406030204" pitchFamily="18" charset="0"/>
                          </a:rPr>
                          <m:t>, </m:t>
                        </m:r>
                        <m:r>
                          <a:rPr lang="fr-BE" b="0" i="1" smtClean="0">
                            <a:latin typeface="Cambria Math" panose="02040503050406030204" pitchFamily="18" charset="0"/>
                          </a:rPr>
                          <m:t>𝑏𝑑</m:t>
                        </m:r>
                        <m:r>
                          <a:rPr lang="fr-BE" b="0" i="1" smtClean="0">
                            <a:latin typeface="Cambria Math" panose="02040503050406030204" pitchFamily="18" charset="0"/>
                          </a:rPr>
                          <m:t>, </m:t>
                        </m:r>
                        <m:r>
                          <a:rPr lang="fr-BE" b="0" i="1" smtClean="0">
                            <a:latin typeface="Cambria Math" panose="02040503050406030204" pitchFamily="18" charset="0"/>
                          </a:rPr>
                          <m:t>𝑏𝑞</m:t>
                        </m:r>
                        <m:r>
                          <a:rPr lang="fr-BE" b="0" i="1" smtClean="0">
                            <a:latin typeface="Cambria Math" panose="02040503050406030204" pitchFamily="18" charset="0"/>
                          </a:rPr>
                          <m:t>)</m:t>
                        </m:r>
                      </m:e>
                      <m:sub>
                        <m:r>
                          <a:rPr lang="fr-BE" b="0" i="1" smtClean="0">
                            <a:latin typeface="Cambria Math" panose="02040503050406030204" pitchFamily="18" charset="0"/>
                          </a:rPr>
                          <m:t>𝑠</m:t>
                        </m:r>
                      </m:sub>
                    </m:sSub>
                  </m:oMath>
                </a14:m>
                <a:endParaRPr lang="en-GB" dirty="0"/>
              </a:p>
              <a:p>
                <a:pPr lvl="1"/>
                <a14:m>
                  <m:oMath xmlns:m="http://schemas.openxmlformats.org/officeDocument/2006/math">
                    <m:sSup>
                      <m:sSupPr>
                        <m:ctrlPr>
                          <a:rPr lang="fr-BE" b="0" i="1" smtClean="0">
                            <a:latin typeface="Cambria Math" panose="02040503050406030204" pitchFamily="18" charset="0"/>
                            <a:ea typeface="Cambria Math" panose="02040503050406030204" pitchFamily="18" charset="0"/>
                          </a:rPr>
                        </m:ctrlPr>
                      </m:sSupPr>
                      <m:e>
                        <m:r>
                          <a:rPr lang="fr-BE" b="0" i="1" smtClean="0">
                            <a:latin typeface="Cambria Math" panose="02040503050406030204" pitchFamily="18" charset="0"/>
                            <a:ea typeface="Cambria Math" panose="02040503050406030204" pitchFamily="18" charset="0"/>
                          </a:rPr>
                          <m:t>(1−</m:t>
                        </m:r>
                        <m:r>
                          <a:rPr lang="fr-BE" b="0" i="1" smtClean="0">
                            <a:latin typeface="Cambria Math" panose="02040503050406030204" pitchFamily="18" charset="0"/>
                            <a:ea typeface="Cambria Math" panose="02040503050406030204" pitchFamily="18" charset="0"/>
                          </a:rPr>
                          <m:t>𝐵</m:t>
                        </m:r>
                        <m:r>
                          <a:rPr lang="fr-BE" b="0" i="1" smtClean="0">
                            <a:latin typeface="Cambria Math" panose="02040503050406030204" pitchFamily="18" charset="0"/>
                            <a:ea typeface="Cambria Math" panose="02040503050406030204" pitchFamily="18" charset="0"/>
                          </a:rPr>
                          <m:t>)</m:t>
                        </m:r>
                      </m:e>
                      <m:sup>
                        <m:r>
                          <a:rPr lang="fr-BE" b="0" i="1" smtClean="0">
                            <a:latin typeface="Cambria Math" panose="02040503050406030204" pitchFamily="18" charset="0"/>
                            <a:ea typeface="Cambria Math" panose="02040503050406030204" pitchFamily="18" charset="0"/>
                          </a:rPr>
                          <m:t>𝑑</m:t>
                        </m:r>
                      </m:sup>
                    </m:sSup>
                    <m:sSup>
                      <m:sSupPr>
                        <m:ctrlPr>
                          <a:rPr lang="fr-BE" b="0" i="1" smtClean="0">
                            <a:latin typeface="Cambria Math" panose="02040503050406030204" pitchFamily="18" charset="0"/>
                            <a:ea typeface="Cambria Math" panose="02040503050406030204" pitchFamily="18" charset="0"/>
                          </a:rPr>
                        </m:ctrlPr>
                      </m:sSupPr>
                      <m:e>
                        <m:r>
                          <a:rPr lang="fr-BE" b="0" i="1" smtClean="0">
                            <a:latin typeface="Cambria Math" panose="02040503050406030204" pitchFamily="18" charset="0"/>
                            <a:ea typeface="Cambria Math" panose="02040503050406030204" pitchFamily="18" charset="0"/>
                          </a:rPr>
                          <m:t>(1−</m:t>
                        </m:r>
                        <m:sSup>
                          <m:sSupPr>
                            <m:ctrlPr>
                              <a:rPr lang="fr-BE" b="0" i="1" smtClean="0">
                                <a:latin typeface="Cambria Math" panose="02040503050406030204" pitchFamily="18" charset="0"/>
                                <a:ea typeface="Cambria Math" panose="02040503050406030204" pitchFamily="18" charset="0"/>
                              </a:rPr>
                            </m:ctrlPr>
                          </m:sSupPr>
                          <m:e>
                            <m:r>
                              <a:rPr lang="fr-BE" b="0" i="1" smtClean="0">
                                <a:latin typeface="Cambria Math" panose="02040503050406030204" pitchFamily="18" charset="0"/>
                                <a:ea typeface="Cambria Math" panose="02040503050406030204" pitchFamily="18" charset="0"/>
                              </a:rPr>
                              <m:t>𝐵</m:t>
                            </m:r>
                          </m:e>
                          <m:sup>
                            <m:r>
                              <a:rPr lang="fr-BE" b="0" i="1" smtClean="0">
                                <a:latin typeface="Cambria Math" panose="02040503050406030204" pitchFamily="18" charset="0"/>
                                <a:ea typeface="Cambria Math" panose="02040503050406030204" pitchFamily="18" charset="0"/>
                              </a:rPr>
                              <m:t>𝑠</m:t>
                            </m:r>
                          </m:sup>
                        </m:sSup>
                        <m:r>
                          <a:rPr lang="fr-BE" b="0" i="1" smtClean="0">
                            <a:latin typeface="Cambria Math" panose="02040503050406030204" pitchFamily="18" charset="0"/>
                            <a:ea typeface="Cambria Math" panose="02040503050406030204" pitchFamily="18" charset="0"/>
                          </a:rPr>
                          <m:t>)</m:t>
                        </m:r>
                      </m:e>
                      <m:sup>
                        <m:r>
                          <a:rPr lang="fr-BE" b="0" i="1" smtClean="0">
                            <a:latin typeface="Cambria Math" panose="02040503050406030204" pitchFamily="18" charset="0"/>
                            <a:ea typeface="Cambria Math" panose="02040503050406030204" pitchFamily="18" charset="0"/>
                          </a:rPr>
                          <m:t>𝑏𝑑</m:t>
                        </m:r>
                      </m:sup>
                    </m:sSup>
                    <m:r>
                      <m:rPr>
                        <m:sty m:val="p"/>
                      </m:rPr>
                      <a:rPr lang="el-GR" b="0" i="1" smtClean="0">
                        <a:latin typeface="Cambria Math" panose="02040503050406030204" pitchFamily="18" charset="0"/>
                        <a:ea typeface="Cambria Math" panose="02040503050406030204" pitchFamily="18" charset="0"/>
                      </a:rPr>
                      <m:t>Φ</m:t>
                    </m:r>
                    <m:d>
                      <m:dPr>
                        <m:ctrlPr>
                          <a:rPr lang="fr-BE" b="0" i="1" smtClean="0">
                            <a:latin typeface="Cambria Math" panose="02040503050406030204" pitchFamily="18" charset="0"/>
                            <a:ea typeface="Cambria Math" panose="02040503050406030204" pitchFamily="18" charset="0"/>
                          </a:rPr>
                        </m:ctrlPr>
                      </m:dPr>
                      <m:e>
                        <m:r>
                          <a:rPr lang="fr-BE" b="0" i="1" smtClean="0">
                            <a:latin typeface="Cambria Math" panose="02040503050406030204" pitchFamily="18" charset="0"/>
                            <a:ea typeface="Cambria Math" panose="02040503050406030204" pitchFamily="18" charset="0"/>
                          </a:rPr>
                          <m:t>𝐵</m:t>
                        </m:r>
                      </m:e>
                    </m:d>
                    <m:sSub>
                      <m:sSubPr>
                        <m:ctrlPr>
                          <a:rPr lang="el-GR" b="0" i="1" smtClean="0">
                            <a:latin typeface="Cambria Math" panose="02040503050406030204" pitchFamily="18" charset="0"/>
                            <a:ea typeface="Cambria Math" panose="02040503050406030204" pitchFamily="18" charset="0"/>
                          </a:rPr>
                        </m:ctrlPr>
                      </m:sSubPr>
                      <m:e>
                        <m:r>
                          <m:rPr>
                            <m:sty m:val="p"/>
                          </m:rPr>
                          <a:rPr lang="el-GR" b="0" i="1" smtClean="0">
                            <a:latin typeface="Cambria Math" panose="02040503050406030204" pitchFamily="18" charset="0"/>
                            <a:ea typeface="Cambria Math" panose="02040503050406030204" pitchFamily="18" charset="0"/>
                          </a:rPr>
                          <m:t>Φ</m:t>
                        </m:r>
                      </m:e>
                      <m:sub>
                        <m:r>
                          <a:rPr lang="fr-BE" b="0" i="1" smtClean="0">
                            <a:latin typeface="Cambria Math" panose="02040503050406030204" pitchFamily="18" charset="0"/>
                          </a:rPr>
                          <m:t>𝑠</m:t>
                        </m:r>
                      </m:sub>
                    </m:sSub>
                    <m:r>
                      <a:rPr lang="fr-BE" b="0" i="1" smtClean="0">
                        <a:latin typeface="Cambria Math" panose="02040503050406030204" pitchFamily="18" charset="0"/>
                      </a:rPr>
                      <m:t>(</m:t>
                    </m:r>
                    <m:sSup>
                      <m:sSupPr>
                        <m:ctrlPr>
                          <a:rPr lang="fr-BE" b="0" i="1" smtClean="0">
                            <a:latin typeface="Cambria Math" panose="02040503050406030204" pitchFamily="18" charset="0"/>
                            <a:ea typeface="Cambria Math" panose="02040503050406030204" pitchFamily="18" charset="0"/>
                          </a:rPr>
                        </m:ctrlPr>
                      </m:sSupPr>
                      <m:e>
                        <m:r>
                          <a:rPr lang="fr-BE" b="0" i="1" smtClean="0">
                            <a:latin typeface="Cambria Math" panose="02040503050406030204" pitchFamily="18" charset="0"/>
                            <a:ea typeface="Cambria Math" panose="02040503050406030204" pitchFamily="18" charset="0"/>
                          </a:rPr>
                          <m:t>𝐵</m:t>
                        </m:r>
                      </m:e>
                      <m:sup>
                        <m:r>
                          <a:rPr lang="fr-BE" b="0" i="1" smtClean="0">
                            <a:latin typeface="Cambria Math" panose="02040503050406030204" pitchFamily="18" charset="0"/>
                            <a:ea typeface="Cambria Math" panose="02040503050406030204" pitchFamily="18" charset="0"/>
                          </a:rPr>
                          <m:t>𝑠</m:t>
                        </m:r>
                      </m:sup>
                    </m:sSup>
                    <m:r>
                      <a:rPr lang="fr-BE" b="0" i="1" smtClean="0">
                        <a:latin typeface="Cambria Math" panose="02040503050406030204" pitchFamily="18" charset="0"/>
                        <a:ea typeface="Cambria Math" panose="02040503050406030204" pitchFamily="18" charset="0"/>
                      </a:rPr>
                      <m:t>)</m:t>
                    </m:r>
                    <m:sSub>
                      <m:sSubPr>
                        <m:ctrlPr>
                          <a:rPr lang="fr-BE" b="0" i="1" smtClean="0">
                            <a:latin typeface="Cambria Math" panose="02040503050406030204" pitchFamily="18" charset="0"/>
                          </a:rPr>
                        </m:ctrlPr>
                      </m:sSubPr>
                      <m:e>
                        <m:r>
                          <a:rPr lang="fr-BE" b="0" i="1" smtClean="0">
                            <a:latin typeface="Cambria Math" panose="02040503050406030204" pitchFamily="18" charset="0"/>
                          </a:rPr>
                          <m:t>𝑥</m:t>
                        </m:r>
                      </m:e>
                      <m:sub>
                        <m:r>
                          <a:rPr lang="fr-BE" b="0" i="1" smtClean="0">
                            <a:latin typeface="Cambria Math" panose="02040503050406030204" pitchFamily="18" charset="0"/>
                          </a:rPr>
                          <m:t>𝑡</m:t>
                        </m:r>
                      </m:sub>
                    </m:sSub>
                    <m:r>
                      <a:rPr lang="fr-BE" b="0" i="1" smtClean="0">
                        <a:latin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Θ</m:t>
                    </m:r>
                    <m:d>
                      <m:dPr>
                        <m:ctrlPr>
                          <a:rPr lang="fr-BE" b="0" i="1" smtClean="0">
                            <a:latin typeface="Cambria Math" panose="02040503050406030204" pitchFamily="18" charset="0"/>
                            <a:ea typeface="Cambria Math" panose="02040503050406030204" pitchFamily="18" charset="0"/>
                          </a:rPr>
                        </m:ctrlPr>
                      </m:dPr>
                      <m:e>
                        <m:r>
                          <a:rPr lang="fr-BE" b="0" i="1" smtClean="0">
                            <a:latin typeface="Cambria Math" panose="02040503050406030204" pitchFamily="18" charset="0"/>
                            <a:ea typeface="Cambria Math" panose="02040503050406030204" pitchFamily="18" charset="0"/>
                          </a:rPr>
                          <m:t>𝐵</m:t>
                        </m:r>
                      </m:e>
                    </m:d>
                    <m:sSub>
                      <m:sSubPr>
                        <m:ctrlPr>
                          <a:rPr lang="el-GR" b="0" i="1" smtClean="0">
                            <a:latin typeface="Cambria Math" panose="02040503050406030204" pitchFamily="18" charset="0"/>
                            <a:ea typeface="Cambria Math" panose="02040503050406030204" pitchFamily="18" charset="0"/>
                          </a:rPr>
                        </m:ctrlPr>
                      </m:sSubPr>
                      <m:e>
                        <m:r>
                          <m:rPr>
                            <m:sty m:val="p"/>
                          </m:rPr>
                          <a:rPr lang="el-GR" b="0" i="1" smtClean="0">
                            <a:latin typeface="Cambria Math" panose="02040503050406030204" pitchFamily="18" charset="0"/>
                            <a:ea typeface="Cambria Math" panose="02040503050406030204" pitchFamily="18" charset="0"/>
                          </a:rPr>
                          <m:t>Θ</m:t>
                        </m:r>
                      </m:e>
                      <m:sub>
                        <m:r>
                          <a:rPr lang="fr-BE" b="0" i="1" smtClean="0">
                            <a:latin typeface="Cambria Math" panose="02040503050406030204" pitchFamily="18" charset="0"/>
                          </a:rPr>
                          <m:t>𝑠</m:t>
                        </m:r>
                      </m:sub>
                    </m:sSub>
                    <m:r>
                      <a:rPr lang="fr-BE" b="0" i="1" smtClean="0">
                        <a:latin typeface="Cambria Math" panose="02040503050406030204" pitchFamily="18" charset="0"/>
                      </a:rPr>
                      <m:t>(</m:t>
                    </m:r>
                    <m:sSup>
                      <m:sSupPr>
                        <m:ctrlPr>
                          <a:rPr lang="fr-BE" b="0" i="1" smtClean="0">
                            <a:latin typeface="Cambria Math" panose="02040503050406030204" pitchFamily="18" charset="0"/>
                            <a:ea typeface="Cambria Math" panose="02040503050406030204" pitchFamily="18" charset="0"/>
                          </a:rPr>
                        </m:ctrlPr>
                      </m:sSupPr>
                      <m:e>
                        <m:r>
                          <a:rPr lang="fr-BE" b="0" i="1" smtClean="0">
                            <a:latin typeface="Cambria Math" panose="02040503050406030204" pitchFamily="18" charset="0"/>
                            <a:ea typeface="Cambria Math" panose="02040503050406030204" pitchFamily="18" charset="0"/>
                          </a:rPr>
                          <m:t>𝐵</m:t>
                        </m:r>
                      </m:e>
                      <m:sup>
                        <m:r>
                          <a:rPr lang="fr-BE" b="0" i="1" smtClean="0">
                            <a:latin typeface="Cambria Math" panose="02040503050406030204" pitchFamily="18" charset="0"/>
                            <a:ea typeface="Cambria Math" panose="02040503050406030204" pitchFamily="18" charset="0"/>
                          </a:rPr>
                          <m:t>𝑠</m:t>
                        </m:r>
                      </m:sup>
                    </m:sSup>
                    <m:r>
                      <a:rPr lang="fr-BE" b="0" i="1" smtClean="0">
                        <a:latin typeface="Cambria Math" panose="02040503050406030204" pitchFamily="18" charset="0"/>
                        <a:ea typeface="Cambria Math" panose="02040503050406030204" pitchFamily="18" charset="0"/>
                      </a:rPr>
                      <m:t>)</m:t>
                    </m:r>
                    <m:sSub>
                      <m:sSubPr>
                        <m:ctrlPr>
                          <a:rPr lang="fr-BE" b="0" i="1" smtClean="0">
                            <a:latin typeface="Cambria Math" panose="02040503050406030204" pitchFamily="18" charset="0"/>
                            <a:ea typeface="Cambria Math" panose="02040503050406030204" pitchFamily="18" charset="0"/>
                          </a:rPr>
                        </m:ctrlPr>
                      </m:sSubPr>
                      <m:e>
                        <m:r>
                          <a:rPr lang="fr-BE" b="0" i="1" smtClean="0">
                            <a:latin typeface="Cambria Math" panose="02040503050406030204" pitchFamily="18" charset="0"/>
                            <a:ea typeface="Cambria Math" panose="02040503050406030204" pitchFamily="18" charset="0"/>
                          </a:rPr>
                          <m:t>𝜀</m:t>
                        </m:r>
                      </m:e>
                      <m:sub>
                        <m:r>
                          <a:rPr lang="fr-BE" b="0" i="1" smtClean="0">
                            <a:latin typeface="Cambria Math" panose="02040503050406030204" pitchFamily="18" charset="0"/>
                          </a:rPr>
                          <m:t>𝑡</m:t>
                        </m:r>
                      </m:sub>
                    </m:sSub>
                  </m:oMath>
                </a14:m>
                <a:endParaRPr lang="en-GB" dirty="0"/>
              </a:p>
              <a:p>
                <a:endParaRPr lang="en-GB" dirty="0"/>
              </a:p>
              <a:p>
                <a:r>
                  <a:rPr lang="en-GB" dirty="0"/>
                  <a:t>Airline model</a:t>
                </a:r>
              </a:p>
              <a:p>
                <a:pPr lvl="1"/>
                <a14:m>
                  <m:oMath xmlns:m="http://schemas.openxmlformats.org/officeDocument/2006/math">
                    <m:r>
                      <a:rPr lang="fr-BE" b="0" i="1" smtClean="0">
                        <a:latin typeface="Cambria Math" panose="02040503050406030204" pitchFamily="18" charset="0"/>
                        <a:ea typeface="Cambria Math" panose="02040503050406030204" pitchFamily="18" charset="0"/>
                      </a:rPr>
                      <m:t>(1−</m:t>
                    </m:r>
                    <m:r>
                      <a:rPr lang="fr-BE" b="0" i="1" smtClean="0">
                        <a:latin typeface="Cambria Math" panose="02040503050406030204" pitchFamily="18" charset="0"/>
                        <a:ea typeface="Cambria Math" panose="02040503050406030204" pitchFamily="18" charset="0"/>
                      </a:rPr>
                      <m:t>𝐵</m:t>
                    </m:r>
                    <m:r>
                      <a:rPr lang="fr-BE" b="0" i="1" smtClean="0">
                        <a:latin typeface="Cambria Math" panose="02040503050406030204" pitchFamily="18" charset="0"/>
                        <a:ea typeface="Cambria Math" panose="02040503050406030204" pitchFamily="18" charset="0"/>
                      </a:rPr>
                      <m:t>)(1−</m:t>
                    </m:r>
                    <m:sSup>
                      <m:sSupPr>
                        <m:ctrlPr>
                          <a:rPr lang="fr-BE" b="0" i="1" smtClean="0">
                            <a:latin typeface="Cambria Math" panose="02040503050406030204" pitchFamily="18" charset="0"/>
                            <a:ea typeface="Cambria Math" panose="02040503050406030204" pitchFamily="18" charset="0"/>
                          </a:rPr>
                        </m:ctrlPr>
                      </m:sSupPr>
                      <m:e>
                        <m:r>
                          <a:rPr lang="fr-BE" b="0" i="1" smtClean="0">
                            <a:latin typeface="Cambria Math" panose="02040503050406030204" pitchFamily="18" charset="0"/>
                            <a:ea typeface="Cambria Math" panose="02040503050406030204" pitchFamily="18" charset="0"/>
                          </a:rPr>
                          <m:t>𝐵</m:t>
                        </m:r>
                      </m:e>
                      <m:sup>
                        <m:r>
                          <a:rPr lang="fr-BE" b="0" i="1" smtClean="0">
                            <a:latin typeface="Cambria Math" panose="02040503050406030204" pitchFamily="18" charset="0"/>
                            <a:ea typeface="Cambria Math" panose="02040503050406030204" pitchFamily="18" charset="0"/>
                          </a:rPr>
                          <m:t>𝑠</m:t>
                        </m:r>
                      </m:sup>
                    </m:sSup>
                    <m:r>
                      <a:rPr lang="fr-BE" b="0" i="1" smtClean="0">
                        <a:latin typeface="Cambria Math" panose="02040503050406030204" pitchFamily="18" charset="0"/>
                        <a:ea typeface="Cambria Math" panose="02040503050406030204" pitchFamily="18" charset="0"/>
                      </a:rPr>
                      <m:t>)</m:t>
                    </m:r>
                    <m:sSub>
                      <m:sSubPr>
                        <m:ctrlPr>
                          <a:rPr lang="fr-BE" b="0" i="1" smtClean="0">
                            <a:latin typeface="Cambria Math" panose="02040503050406030204" pitchFamily="18" charset="0"/>
                          </a:rPr>
                        </m:ctrlPr>
                      </m:sSubPr>
                      <m:e>
                        <m:r>
                          <a:rPr lang="fr-BE" b="0" i="1" smtClean="0">
                            <a:latin typeface="Cambria Math" panose="02040503050406030204" pitchFamily="18" charset="0"/>
                          </a:rPr>
                          <m:t>𝑥</m:t>
                        </m:r>
                      </m:e>
                      <m:sub>
                        <m:r>
                          <a:rPr lang="fr-BE" b="0" i="1" smtClean="0">
                            <a:latin typeface="Cambria Math" panose="02040503050406030204" pitchFamily="18" charset="0"/>
                          </a:rPr>
                          <m:t>𝑡</m:t>
                        </m:r>
                      </m:sub>
                    </m:sSub>
                    <m:r>
                      <a:rPr lang="fr-BE" b="0" i="1" smtClean="0">
                        <a:latin typeface="Cambria Math" panose="02040503050406030204" pitchFamily="18" charset="0"/>
                      </a:rPr>
                      <m:t>=(1+</m:t>
                    </m:r>
                    <m:r>
                      <a:rPr lang="fr-BE" b="0" i="1" smtClean="0">
                        <a:latin typeface="Cambria Math" panose="02040503050406030204" pitchFamily="18" charset="0"/>
                        <a:ea typeface="Cambria Math" panose="02040503050406030204" pitchFamily="18" charset="0"/>
                      </a:rPr>
                      <m:t>𝜃</m:t>
                    </m:r>
                    <m:r>
                      <a:rPr lang="fr-BE" b="0" i="1" smtClean="0">
                        <a:latin typeface="Cambria Math" panose="02040503050406030204" pitchFamily="18" charset="0"/>
                        <a:ea typeface="Cambria Math" panose="02040503050406030204" pitchFamily="18" charset="0"/>
                      </a:rPr>
                      <m:t>𝐵</m:t>
                    </m:r>
                    <m:r>
                      <a:rPr lang="fr-BE" b="0" i="1" smtClean="0">
                        <a:latin typeface="Cambria Math" panose="02040503050406030204" pitchFamily="18" charset="0"/>
                        <a:ea typeface="Cambria Math" panose="02040503050406030204" pitchFamily="18" charset="0"/>
                      </a:rPr>
                      <m:t>)(1+</m:t>
                    </m:r>
                    <m:sSub>
                      <m:sSubPr>
                        <m:ctrlPr>
                          <a:rPr lang="fr-BE" b="0" i="1" smtClean="0">
                            <a:latin typeface="Cambria Math" panose="02040503050406030204" pitchFamily="18" charset="0"/>
                            <a:ea typeface="Cambria Math" panose="02040503050406030204" pitchFamily="18" charset="0"/>
                          </a:rPr>
                        </m:ctrlPr>
                      </m:sSubPr>
                      <m:e>
                        <m:r>
                          <a:rPr lang="fr-BE" b="0" i="1" smtClean="0">
                            <a:latin typeface="Cambria Math" panose="02040503050406030204" pitchFamily="18" charset="0"/>
                            <a:ea typeface="Cambria Math" panose="02040503050406030204" pitchFamily="18" charset="0"/>
                          </a:rPr>
                          <m:t>𝜃</m:t>
                        </m:r>
                      </m:e>
                      <m:sub>
                        <m:r>
                          <a:rPr lang="fr-BE" b="0" i="1" smtClean="0">
                            <a:latin typeface="Cambria Math" panose="02040503050406030204" pitchFamily="18" charset="0"/>
                            <a:ea typeface="Cambria Math" panose="02040503050406030204" pitchFamily="18" charset="0"/>
                          </a:rPr>
                          <m:t>𝑠</m:t>
                        </m:r>
                      </m:sub>
                    </m:sSub>
                    <m:sSup>
                      <m:sSupPr>
                        <m:ctrlPr>
                          <a:rPr lang="fr-BE" b="0" i="1" smtClean="0">
                            <a:latin typeface="Cambria Math" panose="02040503050406030204" pitchFamily="18" charset="0"/>
                            <a:ea typeface="Cambria Math" panose="02040503050406030204" pitchFamily="18" charset="0"/>
                          </a:rPr>
                        </m:ctrlPr>
                      </m:sSupPr>
                      <m:e>
                        <m:r>
                          <a:rPr lang="fr-BE" b="0" i="1" smtClean="0">
                            <a:latin typeface="Cambria Math" panose="02040503050406030204" pitchFamily="18" charset="0"/>
                            <a:ea typeface="Cambria Math" panose="02040503050406030204" pitchFamily="18" charset="0"/>
                          </a:rPr>
                          <m:t>𝐵</m:t>
                        </m:r>
                      </m:e>
                      <m:sup>
                        <m:r>
                          <a:rPr lang="fr-BE" b="0" i="1" smtClean="0">
                            <a:latin typeface="Cambria Math" panose="02040503050406030204" pitchFamily="18" charset="0"/>
                            <a:ea typeface="Cambria Math" panose="02040503050406030204" pitchFamily="18" charset="0"/>
                          </a:rPr>
                          <m:t>𝑠</m:t>
                        </m:r>
                      </m:sup>
                    </m:sSup>
                    <m:r>
                      <a:rPr lang="fr-BE" b="0" i="1" smtClean="0">
                        <a:latin typeface="Cambria Math" panose="02040503050406030204" pitchFamily="18" charset="0"/>
                        <a:ea typeface="Cambria Math" panose="02040503050406030204" pitchFamily="18" charset="0"/>
                      </a:rPr>
                      <m:t>)</m:t>
                    </m:r>
                    <m:r>
                      <a:rPr lang="el-GR" b="0" i="1" smtClean="0">
                        <a:latin typeface="Cambria Math" panose="02040503050406030204" pitchFamily="18" charset="0"/>
                        <a:ea typeface="Cambria Math" panose="02040503050406030204" pitchFamily="18" charset="0"/>
                      </a:rPr>
                      <m:t> </m:t>
                    </m:r>
                    <m:sSub>
                      <m:sSubPr>
                        <m:ctrlPr>
                          <a:rPr lang="fr-BE" b="0" i="1" smtClean="0">
                            <a:latin typeface="Cambria Math" panose="02040503050406030204" pitchFamily="18" charset="0"/>
                            <a:ea typeface="Cambria Math" panose="02040503050406030204" pitchFamily="18" charset="0"/>
                          </a:rPr>
                        </m:ctrlPr>
                      </m:sSubPr>
                      <m:e>
                        <m:r>
                          <a:rPr lang="fr-BE" b="0" i="1" smtClean="0">
                            <a:latin typeface="Cambria Math" panose="02040503050406030204" pitchFamily="18" charset="0"/>
                            <a:ea typeface="Cambria Math" panose="02040503050406030204" pitchFamily="18" charset="0"/>
                          </a:rPr>
                          <m:t>𝜀</m:t>
                        </m:r>
                      </m:e>
                      <m:sub>
                        <m:r>
                          <a:rPr lang="fr-BE" b="0" i="1" smtClean="0">
                            <a:latin typeface="Cambria Math" panose="02040503050406030204" pitchFamily="18" charset="0"/>
                          </a:rPr>
                          <m:t>𝑡</m:t>
                        </m:r>
                      </m:sub>
                    </m:sSub>
                  </m:oMath>
                </a14:m>
                <a:endParaRPr lang="en-GB" dirty="0"/>
              </a:p>
              <a:p>
                <a:pPr lvl="1"/>
                <a:endParaRPr lang="en-GB" dirty="0"/>
              </a:p>
              <a:p>
                <a:pPr lvl="1"/>
                <a:r>
                  <a:rPr lang="en-GB" dirty="0"/>
                  <a:t>Interpretation of </a:t>
                </a:r>
                <a14:m>
                  <m:oMath xmlns:m="http://schemas.openxmlformats.org/officeDocument/2006/math">
                    <m:sSub>
                      <m:sSubPr>
                        <m:ctrlPr>
                          <a:rPr lang="fr-BE" b="0" i="1" smtClean="0">
                            <a:latin typeface="Cambria Math" panose="02040503050406030204" pitchFamily="18" charset="0"/>
                          </a:rPr>
                        </m:ctrlPr>
                      </m:sSubPr>
                      <m:e>
                        <m:r>
                          <a:rPr lang="fr-BE" b="0" i="1" smtClean="0">
                            <a:latin typeface="Cambria Math" panose="02040503050406030204" pitchFamily="18" charset="0"/>
                          </a:rPr>
                          <m:t>𝑥</m:t>
                        </m:r>
                      </m:e>
                      <m:sub>
                        <m:r>
                          <a:rPr lang="fr-BE" b="0" i="1" smtClean="0">
                            <a:latin typeface="Cambria Math" panose="02040503050406030204" pitchFamily="18" charset="0"/>
                          </a:rPr>
                          <m:t>𝑡</m:t>
                        </m:r>
                      </m:sub>
                    </m:sSub>
                    <m:r>
                      <a:rPr lang="fr-BE" b="0" i="1" smtClean="0">
                        <a:latin typeface="Cambria Math" panose="02040503050406030204" pitchFamily="18" charset="0"/>
                      </a:rPr>
                      <m:t>=</m:t>
                    </m:r>
                    <m:sSub>
                      <m:sSubPr>
                        <m:ctrlPr>
                          <a:rPr lang="fr-BE" b="0" i="1" smtClean="0">
                            <a:latin typeface="Cambria Math" panose="02040503050406030204" pitchFamily="18" charset="0"/>
                          </a:rPr>
                        </m:ctrlPr>
                      </m:sSubPr>
                      <m:e>
                        <m:r>
                          <a:rPr lang="fr-BE" b="0" i="1" smtClean="0">
                            <a:latin typeface="Cambria Math" panose="02040503050406030204" pitchFamily="18" charset="0"/>
                          </a:rPr>
                          <m:t>𝑥</m:t>
                        </m:r>
                      </m:e>
                      <m:sub>
                        <m:r>
                          <a:rPr lang="fr-BE" b="0" i="1" smtClean="0">
                            <a:latin typeface="Cambria Math" panose="02040503050406030204" pitchFamily="18" charset="0"/>
                          </a:rPr>
                          <m:t>𝑡</m:t>
                        </m:r>
                        <m:r>
                          <a:rPr lang="fr-BE" b="0" i="1" smtClean="0">
                            <a:latin typeface="Cambria Math" panose="02040503050406030204" pitchFamily="18" charset="0"/>
                          </a:rPr>
                          <m:t>−12</m:t>
                        </m:r>
                      </m:sub>
                    </m:sSub>
                    <m:r>
                      <a:rPr lang="fr-BE" b="0" i="1" smtClean="0">
                        <a:latin typeface="Cambria Math" panose="02040503050406030204" pitchFamily="18" charset="0"/>
                      </a:rPr>
                      <m:t>+</m:t>
                    </m:r>
                    <m:sSub>
                      <m:sSubPr>
                        <m:ctrlPr>
                          <a:rPr lang="fr-BE" b="0" i="1" smtClean="0">
                            <a:latin typeface="Cambria Math" panose="02040503050406030204" pitchFamily="18" charset="0"/>
                            <a:ea typeface="Cambria Math" panose="02040503050406030204" pitchFamily="18" charset="0"/>
                          </a:rPr>
                        </m:ctrlPr>
                      </m:sSubPr>
                      <m:e>
                        <m:r>
                          <a:rPr lang="fr-BE" b="0" i="1" smtClean="0">
                            <a:latin typeface="Cambria Math" panose="02040503050406030204" pitchFamily="18" charset="0"/>
                            <a:ea typeface="Cambria Math" panose="02040503050406030204" pitchFamily="18" charset="0"/>
                          </a:rPr>
                          <m:t>𝜃</m:t>
                        </m:r>
                      </m:e>
                      <m:sub>
                        <m:r>
                          <a:rPr lang="fr-BE" b="0" i="1" smtClean="0">
                            <a:latin typeface="Cambria Math" panose="02040503050406030204" pitchFamily="18" charset="0"/>
                            <a:ea typeface="Cambria Math" panose="02040503050406030204" pitchFamily="18" charset="0"/>
                          </a:rPr>
                          <m:t>𝑠</m:t>
                        </m:r>
                      </m:sub>
                    </m:sSub>
                    <m:sSub>
                      <m:sSubPr>
                        <m:ctrlPr>
                          <a:rPr lang="fr-BE" b="0" i="1" smtClean="0">
                            <a:latin typeface="Cambria Math" panose="02040503050406030204" pitchFamily="18" charset="0"/>
                            <a:ea typeface="Cambria Math" panose="02040503050406030204" pitchFamily="18" charset="0"/>
                          </a:rPr>
                        </m:ctrlPr>
                      </m:sSubPr>
                      <m:e>
                        <m:r>
                          <a:rPr lang="fr-BE" b="0" i="1" smtClean="0">
                            <a:latin typeface="Cambria Math" panose="02040503050406030204" pitchFamily="18" charset="0"/>
                            <a:ea typeface="Cambria Math" panose="02040503050406030204" pitchFamily="18" charset="0"/>
                          </a:rPr>
                          <m:t>𝜀</m:t>
                        </m:r>
                      </m:e>
                      <m:sub>
                        <m:r>
                          <a:rPr lang="fr-BE" b="0" i="1" smtClean="0">
                            <a:latin typeface="Cambria Math" panose="02040503050406030204" pitchFamily="18" charset="0"/>
                          </a:rPr>
                          <m:t>𝑡</m:t>
                        </m:r>
                        <m:r>
                          <a:rPr lang="fr-BE" b="0" i="1" smtClean="0">
                            <a:latin typeface="Cambria Math" panose="02040503050406030204" pitchFamily="18" charset="0"/>
                          </a:rPr>
                          <m:t>−12</m:t>
                        </m:r>
                      </m:sub>
                    </m:sSub>
                    <m:r>
                      <a:rPr lang="fr-BE" b="0" i="1" smtClean="0">
                        <a:latin typeface="Cambria Math" panose="02040503050406030204" pitchFamily="18" charset="0"/>
                      </a:rPr>
                      <m:t>+</m:t>
                    </m:r>
                    <m:sSub>
                      <m:sSubPr>
                        <m:ctrlPr>
                          <a:rPr lang="fr-BE" b="0" i="1" smtClean="0">
                            <a:latin typeface="Cambria Math" panose="02040503050406030204" pitchFamily="18" charset="0"/>
                            <a:ea typeface="Cambria Math" panose="02040503050406030204" pitchFamily="18" charset="0"/>
                          </a:rPr>
                        </m:ctrlPr>
                      </m:sSubPr>
                      <m:e>
                        <m:r>
                          <a:rPr lang="fr-BE" b="0" i="1" smtClean="0">
                            <a:latin typeface="Cambria Math" panose="02040503050406030204" pitchFamily="18" charset="0"/>
                            <a:ea typeface="Cambria Math" panose="02040503050406030204" pitchFamily="18" charset="0"/>
                          </a:rPr>
                          <m:t>𝜀</m:t>
                        </m:r>
                      </m:e>
                      <m:sub>
                        <m:r>
                          <a:rPr lang="fr-BE" b="0" i="1" smtClean="0">
                            <a:latin typeface="Cambria Math" panose="02040503050406030204" pitchFamily="18" charset="0"/>
                          </a:rPr>
                          <m:t>𝑡</m:t>
                        </m:r>
                      </m:sub>
                    </m:sSub>
                  </m:oMath>
                </a14:m>
                <a:r>
                  <a:rPr lang="en-GB" dirty="0"/>
                  <a:t> : </a:t>
                </a:r>
                <a:r>
                  <a:rPr lang="en-GB" sz="1800" i="1" dirty="0"/>
                  <a:t>same as previous year, partially corrected for the “committed error”</a:t>
                </a:r>
                <a:endParaRPr lang="en-GB" i="1" dirty="0"/>
              </a:p>
              <a:p>
                <a:endParaRPr lang="en-GB" dirty="0"/>
              </a:p>
            </p:txBody>
          </p:sp>
        </mc:Choice>
        <mc:Fallback xmlns="">
          <p:sp>
            <p:nvSpPr>
              <p:cNvPr id="3" name="Content Placeholder 2">
                <a:extLst>
                  <a:ext uri="{FF2B5EF4-FFF2-40B4-BE49-F238E27FC236}">
                    <a16:creationId xmlns:a16="http://schemas.microsoft.com/office/drawing/2014/main" id="{3190E2B5-ABD5-409B-9F04-6E4A904B7191}"/>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GB">
                    <a:noFill/>
                  </a:rPr>
                  <a:t> </a:t>
                </a:r>
              </a:p>
            </p:txBody>
          </p:sp>
        </mc:Fallback>
      </mc:AlternateContent>
      <p:sp>
        <p:nvSpPr>
          <p:cNvPr id="5" name="Footer Placeholder 4">
            <a:extLst>
              <a:ext uri="{FF2B5EF4-FFF2-40B4-BE49-F238E27FC236}">
                <a16:creationId xmlns:a16="http://schemas.microsoft.com/office/drawing/2014/main" id="{1D823E8E-3FFD-4589-BE47-404CC7568652}"/>
              </a:ext>
            </a:extLst>
          </p:cNvPr>
          <p:cNvSpPr>
            <a:spLocks noGrp="1"/>
          </p:cNvSpPr>
          <p:nvPr>
            <p:ph type="ftr" sz="quarter" idx="11"/>
          </p:nvPr>
        </p:nvSpPr>
        <p:spPr/>
        <p:txBody>
          <a:bodyPr/>
          <a:lstStyle/>
          <a:p>
            <a:r>
              <a:rPr lang="en-GB"/>
              <a:t>Time Series</a:t>
            </a:r>
          </a:p>
        </p:txBody>
      </p:sp>
      <p:sp>
        <p:nvSpPr>
          <p:cNvPr id="4" name="Espace réservé du numéro de diapositive 3">
            <a:extLst>
              <a:ext uri="{FF2B5EF4-FFF2-40B4-BE49-F238E27FC236}">
                <a16:creationId xmlns:a16="http://schemas.microsoft.com/office/drawing/2014/main" id="{BADFD712-9779-1A00-8354-49373E4E2A95}"/>
              </a:ext>
            </a:extLst>
          </p:cNvPr>
          <p:cNvSpPr>
            <a:spLocks noGrp="1"/>
          </p:cNvSpPr>
          <p:nvPr>
            <p:ph type="sldNum" sz="quarter" idx="12"/>
          </p:nvPr>
        </p:nvSpPr>
        <p:spPr/>
        <p:txBody>
          <a:bodyPr/>
          <a:lstStyle/>
          <a:p>
            <a:fld id="{71CC62B1-FA1F-4849-B719-012F8D8A46B3}" type="slidenum">
              <a:rPr lang="en-GB" smtClean="0"/>
              <a:t>14</a:t>
            </a:fld>
            <a:endParaRPr lang="en-GB"/>
          </a:p>
        </p:txBody>
      </p:sp>
    </p:spTree>
    <p:extLst>
      <p:ext uri="{BB962C8B-B14F-4D97-AF65-F5344CB8AC3E}">
        <p14:creationId xmlns:p14="http://schemas.microsoft.com/office/powerpoint/2010/main" val="259748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34911-F8CB-480A-B171-279AD9259636}"/>
              </a:ext>
            </a:extLst>
          </p:cNvPr>
          <p:cNvSpPr>
            <a:spLocks noGrp="1"/>
          </p:cNvSpPr>
          <p:nvPr>
            <p:ph type="title"/>
          </p:nvPr>
        </p:nvSpPr>
        <p:spPr/>
        <p:txBody>
          <a:bodyPr/>
          <a:lstStyle/>
          <a:p>
            <a:r>
              <a:rPr lang="en-GB" dirty="0"/>
              <a:t>Arima model properties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68297F8-BA6A-48E5-9382-E3D1FB89D815}"/>
                  </a:ext>
                </a:extLst>
              </p:cNvPr>
              <p:cNvSpPr>
                <a:spLocks noGrp="1"/>
              </p:cNvSpPr>
              <p:nvPr>
                <p:ph idx="1"/>
              </p:nvPr>
            </p:nvSpPr>
            <p:spPr/>
            <p:txBody>
              <a:bodyPr>
                <a:normAutofit fontScale="85000" lnSpcReduction="20000"/>
              </a:bodyPr>
              <a:lstStyle/>
              <a:p>
                <a:r>
                  <a:rPr lang="en-GB" sz="2800" dirty="0"/>
                  <a:t>Wold representation of an ARMA model</a:t>
                </a:r>
              </a:p>
              <a:p>
                <a:pPr marL="457200" lvl="1" indent="0">
                  <a:buNone/>
                </a:pPr>
                <a14:m>
                  <m:oMathPara xmlns:m="http://schemas.openxmlformats.org/officeDocument/2006/math">
                    <m:oMathParaPr>
                      <m:jc m:val="left"/>
                    </m:oMathParaPr>
                    <m:oMath>
                      <m:r>
                        <m:rPr>
                          <m:sty m:val="p"/>
                        </m:rPr>
                        <a:rPr lang="en-GB" sz="2400" b="0" i="1" smtClean="0">
                          <a:latin typeface="Cambria Math" panose="02040503050406030204" pitchFamily="18" charset="0"/>
                          <a:ea typeface="Cambria Math" panose="02040503050406030204" pitchFamily="18" charset="0"/>
                        </a:rPr>
                        <m:t>Φ</m:t>
                      </m:r>
                      <m:d>
                        <m:dPr>
                          <m:ctrlPr>
                            <a:rPr lang="en-GB" sz="2400" b="0" i="1" smtClean="0">
                              <a:latin typeface="Cambria Math" panose="02040503050406030204" pitchFamily="18" charset="0"/>
                              <a:ea typeface="Cambria Math" panose="02040503050406030204" pitchFamily="18" charset="0"/>
                            </a:rPr>
                          </m:ctrlPr>
                        </m:dPr>
                        <m:e>
                          <m:r>
                            <a:rPr lang="en-GB" sz="2400" b="0" i="1" smtClean="0">
                              <a:latin typeface="Cambria Math" panose="02040503050406030204" pitchFamily="18" charset="0"/>
                              <a:ea typeface="Cambria Math" panose="02040503050406030204" pitchFamily="18" charset="0"/>
                            </a:rPr>
                            <m:t>𝐵</m:t>
                          </m:r>
                        </m:e>
                      </m:d>
                      <m:sSub>
                        <m:sSubPr>
                          <m:ctrlPr>
                            <a:rPr lang="en-GB" sz="2400" i="1">
                              <a:latin typeface="Cambria Math" panose="02040503050406030204" pitchFamily="18" charset="0"/>
                            </a:rPr>
                          </m:ctrlPr>
                        </m:sSubPr>
                        <m:e>
                          <m:r>
                            <a:rPr lang="en-GB" sz="2400" i="1">
                              <a:latin typeface="Cambria Math" panose="02040503050406030204" pitchFamily="18" charset="0"/>
                            </a:rPr>
                            <m:t>𝑦</m:t>
                          </m:r>
                        </m:e>
                        <m:sub>
                          <m:r>
                            <a:rPr lang="en-GB" sz="2400" i="1">
                              <a:latin typeface="Cambria Math" panose="02040503050406030204" pitchFamily="18" charset="0"/>
                            </a:rPr>
                            <m:t>𝑡</m:t>
                          </m:r>
                        </m:sub>
                      </m:sSub>
                      <m:r>
                        <a:rPr lang="en-GB" sz="2400" b="0" i="1" smtClean="0">
                          <a:latin typeface="Cambria Math" panose="02040503050406030204" pitchFamily="18" charset="0"/>
                        </a:rPr>
                        <m:t>=</m:t>
                      </m:r>
                      <m:r>
                        <m:rPr>
                          <m:sty m:val="p"/>
                        </m:rPr>
                        <a:rPr lang="en-GB" sz="2400" b="0" i="1" smtClean="0">
                          <a:latin typeface="Cambria Math" panose="02040503050406030204" pitchFamily="18" charset="0"/>
                          <a:ea typeface="Cambria Math" panose="02040503050406030204" pitchFamily="18" charset="0"/>
                        </a:rPr>
                        <m:t>Θ</m:t>
                      </m:r>
                      <m:d>
                        <m:dPr>
                          <m:ctrlPr>
                            <a:rPr lang="en-GB" sz="2400" b="0" i="1" smtClean="0">
                              <a:latin typeface="Cambria Math" panose="02040503050406030204" pitchFamily="18" charset="0"/>
                              <a:ea typeface="Cambria Math" panose="02040503050406030204" pitchFamily="18" charset="0"/>
                            </a:rPr>
                          </m:ctrlPr>
                        </m:dPr>
                        <m:e>
                          <m:r>
                            <a:rPr lang="en-GB" sz="2400" b="0" i="1" smtClean="0">
                              <a:latin typeface="Cambria Math" panose="02040503050406030204" pitchFamily="18" charset="0"/>
                              <a:ea typeface="Cambria Math" panose="02040503050406030204" pitchFamily="18" charset="0"/>
                            </a:rPr>
                            <m:t>𝐵</m:t>
                          </m:r>
                        </m:e>
                      </m:d>
                      <m:sSub>
                        <m:sSubPr>
                          <m:ctrlPr>
                            <a:rPr lang="en-GB" sz="2400" i="1" smtClean="0">
                              <a:latin typeface="Cambria Math" panose="02040503050406030204" pitchFamily="18" charset="0"/>
                              <a:ea typeface="Cambria Math" panose="02040503050406030204" pitchFamily="18" charset="0"/>
                            </a:rPr>
                          </m:ctrlPr>
                        </m:sSubPr>
                        <m:e>
                          <m:r>
                            <a:rPr lang="en-GB" sz="2400" i="1" smtClean="0">
                              <a:latin typeface="Cambria Math" panose="02040503050406030204" pitchFamily="18" charset="0"/>
                              <a:ea typeface="Cambria Math" panose="02040503050406030204" pitchFamily="18" charset="0"/>
                            </a:rPr>
                            <m:t>𝜀</m:t>
                          </m:r>
                        </m:e>
                        <m:sub>
                          <m:r>
                            <a:rPr lang="en-GB" sz="2400" i="1">
                              <a:latin typeface="Cambria Math" panose="02040503050406030204" pitchFamily="18" charset="0"/>
                            </a:rPr>
                            <m:t>𝑡</m:t>
                          </m:r>
                        </m:sub>
                      </m:sSub>
                      <m:r>
                        <a:rPr lang="en-GB" sz="2400" i="1" smtClean="0">
                          <a:latin typeface="Cambria Math" panose="02040503050406030204" pitchFamily="18" charset="0"/>
                          <a:ea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𝑦</m:t>
                          </m:r>
                        </m:e>
                        <m:sub>
                          <m:r>
                            <a:rPr lang="en-GB" sz="2400" i="1">
                              <a:latin typeface="Cambria Math" panose="02040503050406030204" pitchFamily="18" charset="0"/>
                            </a:rPr>
                            <m:t>𝑡</m:t>
                          </m:r>
                        </m:sub>
                      </m:sSub>
                      <m:r>
                        <a:rPr lang="en-GB" sz="2400" b="0" i="1" smtClean="0">
                          <a:latin typeface="Cambria Math" panose="02040503050406030204" pitchFamily="18" charset="0"/>
                        </a:rPr>
                        <m:t>=</m:t>
                      </m:r>
                      <m:r>
                        <m:rPr>
                          <m:sty m:val="p"/>
                        </m:rPr>
                        <a:rPr lang="en-GB" sz="2400" b="0" i="1" smtClean="0">
                          <a:latin typeface="Cambria Math" panose="02040503050406030204" pitchFamily="18" charset="0"/>
                          <a:ea typeface="Cambria Math" panose="02040503050406030204" pitchFamily="18" charset="0"/>
                        </a:rPr>
                        <m:t>Ψ</m:t>
                      </m:r>
                      <m:d>
                        <m:dPr>
                          <m:ctrlPr>
                            <a:rPr lang="en-GB" sz="2400" b="0" i="1" smtClean="0">
                              <a:latin typeface="Cambria Math" panose="02040503050406030204" pitchFamily="18" charset="0"/>
                              <a:ea typeface="Cambria Math" panose="02040503050406030204" pitchFamily="18" charset="0"/>
                            </a:rPr>
                          </m:ctrlPr>
                        </m:dPr>
                        <m:e>
                          <m:r>
                            <a:rPr lang="en-GB" sz="2400" b="0" i="1" smtClean="0">
                              <a:latin typeface="Cambria Math" panose="02040503050406030204" pitchFamily="18" charset="0"/>
                              <a:ea typeface="Cambria Math" panose="02040503050406030204" pitchFamily="18" charset="0"/>
                            </a:rPr>
                            <m:t>𝐵</m:t>
                          </m:r>
                        </m:e>
                      </m:d>
                      <m:sSub>
                        <m:sSubPr>
                          <m:ctrlPr>
                            <a:rPr lang="en-GB" sz="2400" b="0" i="1" smtClean="0">
                              <a:latin typeface="Cambria Math" panose="02040503050406030204" pitchFamily="18" charset="0"/>
                              <a:ea typeface="Cambria Math" panose="02040503050406030204" pitchFamily="18" charset="0"/>
                            </a:rPr>
                          </m:ctrlPr>
                        </m:sSubPr>
                        <m:e>
                          <m:r>
                            <a:rPr lang="en-GB" sz="2400" b="0" i="1" smtClean="0">
                              <a:latin typeface="Cambria Math" panose="02040503050406030204" pitchFamily="18" charset="0"/>
                              <a:ea typeface="Cambria Math" panose="02040503050406030204" pitchFamily="18" charset="0"/>
                            </a:rPr>
                            <m:t>𝜀</m:t>
                          </m:r>
                        </m:e>
                        <m:sub>
                          <m:r>
                            <a:rPr lang="en-GB" sz="2400" b="0" i="1" smtClean="0">
                              <a:latin typeface="Cambria Math" panose="02040503050406030204" pitchFamily="18" charset="0"/>
                              <a:ea typeface="Cambria Math" panose="02040503050406030204" pitchFamily="18" charset="0"/>
                            </a:rPr>
                            <m:t>𝑡</m:t>
                          </m:r>
                        </m:sub>
                      </m:sSub>
                      <m:r>
                        <a:rPr lang="en-GB" sz="2400" b="0" i="1" smtClean="0">
                          <a:latin typeface="Cambria Math" panose="02040503050406030204" pitchFamily="18" charset="0"/>
                          <a:ea typeface="Cambria Math" panose="02040503050406030204" pitchFamily="18" charset="0"/>
                        </a:rPr>
                        <m:t>,</m:t>
                      </m:r>
                      <m:r>
                        <m:rPr>
                          <m:sty m:val="p"/>
                        </m:rPr>
                        <a:rPr lang="en-GB" sz="2400" i="1" smtClean="0">
                          <a:latin typeface="Cambria Math" panose="02040503050406030204" pitchFamily="18" charset="0"/>
                          <a:ea typeface="Cambria Math" panose="02040503050406030204" pitchFamily="18" charset="0"/>
                        </a:rPr>
                        <m:t>Ψ</m:t>
                      </m:r>
                      <m:d>
                        <m:dPr>
                          <m:ctrlPr>
                            <a:rPr lang="en-GB" sz="2400" i="1" smtClean="0">
                              <a:latin typeface="Cambria Math" panose="02040503050406030204" pitchFamily="18" charset="0"/>
                              <a:ea typeface="Cambria Math" panose="02040503050406030204" pitchFamily="18" charset="0"/>
                            </a:rPr>
                          </m:ctrlPr>
                        </m:dPr>
                        <m:e>
                          <m:r>
                            <a:rPr lang="en-GB" sz="2400" i="1" smtClean="0">
                              <a:latin typeface="Cambria Math" panose="02040503050406030204" pitchFamily="18" charset="0"/>
                              <a:ea typeface="Cambria Math" panose="02040503050406030204" pitchFamily="18" charset="0"/>
                            </a:rPr>
                            <m:t>𝐵</m:t>
                          </m:r>
                        </m:e>
                      </m:d>
                      <m:r>
                        <a:rPr lang="en-GB" sz="2400" b="0" i="1" smtClean="0">
                          <a:latin typeface="Cambria Math" panose="02040503050406030204" pitchFamily="18" charset="0"/>
                          <a:ea typeface="Cambria Math" panose="02040503050406030204" pitchFamily="18" charset="0"/>
                        </a:rPr>
                        <m:t>=</m:t>
                      </m:r>
                      <m:f>
                        <m:fPr>
                          <m:ctrlPr>
                            <a:rPr lang="en-GB" sz="2400" i="1" smtClean="0">
                              <a:latin typeface="Cambria Math" panose="02040503050406030204" pitchFamily="18" charset="0"/>
                              <a:ea typeface="Cambria Math" panose="02040503050406030204" pitchFamily="18" charset="0"/>
                            </a:rPr>
                          </m:ctrlPr>
                        </m:fPr>
                        <m:num>
                          <m:r>
                            <m:rPr>
                              <m:sty m:val="p"/>
                            </m:rPr>
                            <a:rPr lang="en-GB" sz="2400" i="1" smtClean="0">
                              <a:latin typeface="Cambria Math" panose="02040503050406030204" pitchFamily="18" charset="0"/>
                              <a:ea typeface="Cambria Math" panose="02040503050406030204" pitchFamily="18" charset="0"/>
                            </a:rPr>
                            <m:t>Θ</m:t>
                          </m:r>
                          <m:d>
                            <m:dPr>
                              <m:ctrlPr>
                                <a:rPr lang="en-GB" sz="2400" i="1" smtClean="0">
                                  <a:latin typeface="Cambria Math" panose="02040503050406030204" pitchFamily="18" charset="0"/>
                                  <a:ea typeface="Cambria Math" panose="02040503050406030204" pitchFamily="18" charset="0"/>
                                </a:rPr>
                              </m:ctrlPr>
                            </m:dPr>
                            <m:e>
                              <m:r>
                                <a:rPr lang="en-GB" sz="2400" i="1" smtClean="0">
                                  <a:latin typeface="Cambria Math" panose="02040503050406030204" pitchFamily="18" charset="0"/>
                                  <a:ea typeface="Cambria Math" panose="02040503050406030204" pitchFamily="18" charset="0"/>
                                </a:rPr>
                                <m:t>𝐵</m:t>
                              </m:r>
                            </m:e>
                          </m:d>
                        </m:num>
                        <m:den>
                          <m:r>
                            <m:rPr>
                              <m:sty m:val="p"/>
                            </m:rPr>
                            <a:rPr lang="en-GB" sz="2400" i="1" smtClean="0">
                              <a:latin typeface="Cambria Math" panose="02040503050406030204" pitchFamily="18" charset="0"/>
                              <a:ea typeface="Cambria Math" panose="02040503050406030204" pitchFamily="18" charset="0"/>
                            </a:rPr>
                            <m:t>Φ</m:t>
                          </m:r>
                          <m:d>
                            <m:dPr>
                              <m:ctrlPr>
                                <a:rPr lang="en-GB" sz="2400" i="1" smtClean="0">
                                  <a:latin typeface="Cambria Math" panose="02040503050406030204" pitchFamily="18" charset="0"/>
                                  <a:ea typeface="Cambria Math" panose="02040503050406030204" pitchFamily="18" charset="0"/>
                                </a:rPr>
                              </m:ctrlPr>
                            </m:dPr>
                            <m:e>
                              <m:r>
                                <a:rPr lang="en-GB" sz="2400" i="1" smtClean="0">
                                  <a:latin typeface="Cambria Math" panose="02040503050406030204" pitchFamily="18" charset="0"/>
                                  <a:ea typeface="Cambria Math" panose="02040503050406030204" pitchFamily="18" charset="0"/>
                                </a:rPr>
                                <m:t>𝐵</m:t>
                              </m:r>
                            </m:e>
                          </m:d>
                        </m:den>
                      </m:f>
                    </m:oMath>
                  </m:oMathPara>
                </a14:m>
                <a:endParaRPr lang="en-GB" dirty="0"/>
              </a:p>
              <a:p>
                <a:r>
                  <a:rPr lang="en-GB" sz="2800" dirty="0"/>
                  <a:t>Auto-covariance generating function (</a:t>
                </a:r>
                <a:r>
                  <a:rPr lang="en-GB" sz="2800" dirty="0" err="1"/>
                  <a:t>acgf</a:t>
                </a:r>
                <a:r>
                  <a:rPr lang="en-GB" sz="2800" dirty="0"/>
                  <a:t>)</a:t>
                </a:r>
              </a:p>
              <a:p>
                <a:pPr marL="457200" lvl="1" indent="0">
                  <a:buNone/>
                </a:pPr>
                <a14:m>
                  <m:oMathPara xmlns:m="http://schemas.openxmlformats.org/officeDocument/2006/math">
                    <m:oMathParaPr>
                      <m:jc m:val="left"/>
                    </m:oMathParaPr>
                    <m:oMath>
                      <m:r>
                        <a:rPr lang="en-GB" sz="2400" b="0" i="1" smtClean="0">
                          <a:latin typeface="Cambria Math" panose="02040503050406030204" pitchFamily="18" charset="0"/>
                          <a:ea typeface="Cambria Math" panose="02040503050406030204" pitchFamily="18" charset="0"/>
                        </a:rPr>
                        <m:t>𝑎𝑐𝑔𝑓</m:t>
                      </m:r>
                      <m:d>
                        <m:dPr>
                          <m:ctrlPr>
                            <a:rPr lang="en-GB" sz="2400" i="1">
                              <a:latin typeface="Cambria Math" panose="02040503050406030204" pitchFamily="18" charset="0"/>
                            </a:rPr>
                          </m:ctrlPr>
                        </m:dPr>
                        <m:e>
                          <m:sSub>
                            <m:sSubPr>
                              <m:ctrlPr>
                                <a:rPr lang="en-GB" sz="2400" i="1">
                                  <a:latin typeface="Cambria Math" panose="02040503050406030204" pitchFamily="18" charset="0"/>
                                </a:rPr>
                              </m:ctrlPr>
                            </m:sSubPr>
                            <m:e>
                              <m:r>
                                <a:rPr lang="en-GB" sz="2400" i="1">
                                  <a:latin typeface="Cambria Math" panose="02040503050406030204" pitchFamily="18" charset="0"/>
                                </a:rPr>
                                <m:t>𝑦</m:t>
                              </m:r>
                            </m:e>
                            <m:sub>
                              <m:r>
                                <a:rPr lang="en-GB" sz="2400" i="1">
                                  <a:latin typeface="Cambria Math" panose="02040503050406030204" pitchFamily="18" charset="0"/>
                                </a:rPr>
                                <m:t>𝑡</m:t>
                              </m:r>
                            </m:sub>
                          </m:sSub>
                        </m:e>
                      </m:d>
                      <m:r>
                        <a:rPr lang="en-GB" sz="2400" i="1">
                          <a:latin typeface="Cambria Math" panose="02040503050406030204" pitchFamily="18" charset="0"/>
                        </a:rPr>
                        <m:t>=</m:t>
                      </m:r>
                      <m:sSup>
                        <m:sSupPr>
                          <m:ctrlPr>
                            <a:rPr lang="en-GB" sz="2400" i="1" smtClean="0">
                              <a:latin typeface="Cambria Math" panose="02040503050406030204" pitchFamily="18" charset="0"/>
                              <a:ea typeface="Cambria Math" panose="02040503050406030204" pitchFamily="18" charset="0"/>
                            </a:rPr>
                          </m:ctrlPr>
                        </m:sSupPr>
                        <m:e>
                          <m:r>
                            <a:rPr lang="en-GB" sz="2400" i="1" smtClean="0">
                              <a:latin typeface="Cambria Math" panose="02040503050406030204" pitchFamily="18" charset="0"/>
                              <a:ea typeface="Cambria Math" panose="02040503050406030204" pitchFamily="18" charset="0"/>
                            </a:rPr>
                            <m:t>𝜎</m:t>
                          </m:r>
                        </m:e>
                        <m:sup>
                          <m:r>
                            <a:rPr lang="en-GB" sz="2400" b="0" i="1" smtClean="0">
                              <a:latin typeface="Cambria Math" panose="02040503050406030204" pitchFamily="18" charset="0"/>
                            </a:rPr>
                            <m:t>2</m:t>
                          </m:r>
                        </m:sup>
                      </m:sSup>
                      <m:r>
                        <m:rPr>
                          <m:sty m:val="p"/>
                        </m:rPr>
                        <a:rPr lang="en-GB" sz="2400" i="1" smtClean="0">
                          <a:latin typeface="Cambria Math" panose="02040503050406030204" pitchFamily="18" charset="0"/>
                          <a:ea typeface="Cambria Math" panose="02040503050406030204" pitchFamily="18" charset="0"/>
                        </a:rPr>
                        <m:t>Ψ</m:t>
                      </m:r>
                      <m:d>
                        <m:dPr>
                          <m:ctrlPr>
                            <a:rPr lang="en-GB" sz="2400" b="0" i="1" smtClean="0">
                              <a:latin typeface="Cambria Math" panose="02040503050406030204" pitchFamily="18" charset="0"/>
                              <a:ea typeface="Cambria Math" panose="02040503050406030204" pitchFamily="18" charset="0"/>
                            </a:rPr>
                          </m:ctrlPr>
                        </m:dPr>
                        <m:e>
                          <m:r>
                            <a:rPr lang="en-GB" sz="2400" b="0" i="1" smtClean="0">
                              <a:latin typeface="Cambria Math" panose="02040503050406030204" pitchFamily="18" charset="0"/>
                              <a:ea typeface="Cambria Math" panose="02040503050406030204" pitchFamily="18" charset="0"/>
                            </a:rPr>
                            <m:t>𝑧</m:t>
                          </m:r>
                        </m:e>
                      </m:d>
                      <m:r>
                        <m:rPr>
                          <m:sty m:val="p"/>
                        </m:rPr>
                        <a:rPr lang="en-GB" sz="2400" i="1" smtClean="0">
                          <a:latin typeface="Cambria Math" panose="02040503050406030204" pitchFamily="18" charset="0"/>
                          <a:ea typeface="Cambria Math" panose="02040503050406030204" pitchFamily="18" charset="0"/>
                        </a:rPr>
                        <m:t>Ψ</m:t>
                      </m:r>
                      <m:d>
                        <m:dPr>
                          <m:ctrlPr>
                            <a:rPr lang="en-GB" sz="2400" b="0" i="1" smtClean="0">
                              <a:latin typeface="Cambria Math" panose="02040503050406030204" pitchFamily="18" charset="0"/>
                              <a:ea typeface="Cambria Math" panose="02040503050406030204" pitchFamily="18" charset="0"/>
                            </a:rPr>
                          </m:ctrlPr>
                        </m:dPr>
                        <m:e>
                          <m:sSup>
                            <m:sSupPr>
                              <m:ctrlPr>
                                <a:rPr lang="en-GB" sz="2400" b="0" i="1" smtClean="0">
                                  <a:latin typeface="Cambria Math" panose="02040503050406030204" pitchFamily="18" charset="0"/>
                                  <a:ea typeface="Cambria Math" panose="02040503050406030204" pitchFamily="18" charset="0"/>
                                </a:rPr>
                              </m:ctrlPr>
                            </m:sSupPr>
                            <m:e>
                              <m:r>
                                <a:rPr lang="en-GB" sz="2400" b="0" i="1" smtClean="0">
                                  <a:latin typeface="Cambria Math" panose="02040503050406030204" pitchFamily="18" charset="0"/>
                                  <a:ea typeface="Cambria Math" panose="02040503050406030204" pitchFamily="18" charset="0"/>
                                </a:rPr>
                                <m:t>𝑧</m:t>
                              </m:r>
                            </m:e>
                            <m:sup>
                              <m:r>
                                <a:rPr lang="en-GB" sz="2400" b="0" i="1" smtClean="0">
                                  <a:latin typeface="Cambria Math" panose="02040503050406030204" pitchFamily="18" charset="0"/>
                                  <a:ea typeface="Cambria Math" panose="02040503050406030204" pitchFamily="18" charset="0"/>
                                </a:rPr>
                                <m:t>−1</m:t>
                              </m:r>
                            </m:sup>
                          </m:sSup>
                        </m:e>
                      </m:d>
                      <m:r>
                        <a:rPr lang="en-GB" sz="2400" b="0" i="1" smtClean="0">
                          <a:latin typeface="Cambria Math" panose="02040503050406030204" pitchFamily="18" charset="0"/>
                          <a:ea typeface="Cambria Math" panose="02040503050406030204" pitchFamily="18" charset="0"/>
                        </a:rPr>
                        <m:t>=</m:t>
                      </m:r>
                      <m:sSup>
                        <m:sSupPr>
                          <m:ctrlPr>
                            <a:rPr lang="en-GB" sz="2400" i="1">
                              <a:latin typeface="Cambria Math" panose="02040503050406030204" pitchFamily="18" charset="0"/>
                              <a:ea typeface="Cambria Math" panose="02040503050406030204" pitchFamily="18" charset="0"/>
                            </a:rPr>
                          </m:ctrlPr>
                        </m:sSupPr>
                        <m:e>
                          <m:r>
                            <a:rPr lang="en-GB" sz="2400" i="1">
                              <a:latin typeface="Cambria Math" panose="02040503050406030204" pitchFamily="18" charset="0"/>
                              <a:ea typeface="Cambria Math" panose="02040503050406030204" pitchFamily="18" charset="0"/>
                            </a:rPr>
                            <m:t>𝜎</m:t>
                          </m:r>
                        </m:e>
                        <m:sup>
                          <m:r>
                            <a:rPr lang="en-GB" sz="2400" i="1" smtClean="0">
                              <a:latin typeface="Cambria Math" panose="02040503050406030204" pitchFamily="18" charset="0"/>
                            </a:rPr>
                            <m:t>2</m:t>
                          </m:r>
                        </m:sup>
                      </m:sSup>
                      <m:f>
                        <m:fPr>
                          <m:ctrlPr>
                            <a:rPr lang="en-GB" sz="2400" i="1" smtClean="0">
                              <a:latin typeface="Cambria Math" panose="02040503050406030204" pitchFamily="18" charset="0"/>
                              <a:ea typeface="Cambria Math" panose="02040503050406030204" pitchFamily="18" charset="0"/>
                            </a:rPr>
                          </m:ctrlPr>
                        </m:fPr>
                        <m:num>
                          <m:r>
                            <m:rPr>
                              <m:sty m:val="p"/>
                            </m:rPr>
                            <a:rPr lang="en-GB" sz="2400" i="1" smtClean="0">
                              <a:latin typeface="Cambria Math" panose="02040503050406030204" pitchFamily="18" charset="0"/>
                              <a:ea typeface="Cambria Math" panose="02040503050406030204" pitchFamily="18" charset="0"/>
                            </a:rPr>
                            <m:t>Θ</m:t>
                          </m:r>
                          <m:d>
                            <m:dPr>
                              <m:ctrlPr>
                                <a:rPr lang="en-GB" sz="2400" b="0" i="1" smtClean="0">
                                  <a:latin typeface="Cambria Math" panose="02040503050406030204" pitchFamily="18" charset="0"/>
                                  <a:ea typeface="Cambria Math" panose="02040503050406030204" pitchFamily="18" charset="0"/>
                                </a:rPr>
                              </m:ctrlPr>
                            </m:dPr>
                            <m:e>
                              <m:r>
                                <a:rPr lang="en-GB" sz="2400" b="0" i="1" smtClean="0">
                                  <a:latin typeface="Cambria Math" panose="02040503050406030204" pitchFamily="18" charset="0"/>
                                  <a:ea typeface="Cambria Math" panose="02040503050406030204" pitchFamily="18" charset="0"/>
                                </a:rPr>
                                <m:t>𝑧</m:t>
                              </m:r>
                            </m:e>
                          </m:d>
                          <m:r>
                            <m:rPr>
                              <m:sty m:val="p"/>
                            </m:rPr>
                            <a:rPr lang="en-GB" sz="2400" i="1" smtClean="0">
                              <a:latin typeface="Cambria Math" panose="02040503050406030204" pitchFamily="18" charset="0"/>
                              <a:ea typeface="Cambria Math" panose="02040503050406030204" pitchFamily="18" charset="0"/>
                            </a:rPr>
                            <m:t>Θ</m:t>
                          </m:r>
                          <m:d>
                            <m:dPr>
                              <m:ctrlPr>
                                <a:rPr lang="en-GB" sz="2400" i="1" smtClean="0">
                                  <a:latin typeface="Cambria Math" panose="02040503050406030204" pitchFamily="18" charset="0"/>
                                  <a:ea typeface="Cambria Math" panose="02040503050406030204" pitchFamily="18" charset="0"/>
                                </a:rPr>
                              </m:ctrlPr>
                            </m:dPr>
                            <m:e>
                              <m:sSup>
                                <m:sSupPr>
                                  <m:ctrlPr>
                                    <a:rPr lang="en-GB" sz="2400" i="1" smtClean="0">
                                      <a:latin typeface="Cambria Math" panose="02040503050406030204" pitchFamily="18" charset="0"/>
                                      <a:ea typeface="Cambria Math" panose="02040503050406030204" pitchFamily="18" charset="0"/>
                                    </a:rPr>
                                  </m:ctrlPr>
                                </m:sSupPr>
                                <m:e>
                                  <m:r>
                                    <a:rPr lang="en-GB" sz="2400" i="1" smtClean="0">
                                      <a:latin typeface="Cambria Math" panose="02040503050406030204" pitchFamily="18" charset="0"/>
                                      <a:ea typeface="Cambria Math" panose="02040503050406030204" pitchFamily="18" charset="0"/>
                                    </a:rPr>
                                    <m:t>𝑧</m:t>
                                  </m:r>
                                </m:e>
                                <m:sup>
                                  <m:r>
                                    <a:rPr lang="en-GB" sz="2400" i="1" smtClean="0">
                                      <a:latin typeface="Cambria Math" panose="02040503050406030204" pitchFamily="18" charset="0"/>
                                      <a:ea typeface="Cambria Math" panose="02040503050406030204" pitchFamily="18" charset="0"/>
                                    </a:rPr>
                                    <m:t>−1</m:t>
                                  </m:r>
                                </m:sup>
                              </m:sSup>
                            </m:e>
                          </m:d>
                        </m:num>
                        <m:den>
                          <m:r>
                            <m:rPr>
                              <m:sty m:val="p"/>
                            </m:rPr>
                            <a:rPr lang="en-GB" sz="2400" i="1" smtClean="0">
                              <a:latin typeface="Cambria Math" panose="02040503050406030204" pitchFamily="18" charset="0"/>
                              <a:ea typeface="Cambria Math" panose="02040503050406030204" pitchFamily="18" charset="0"/>
                            </a:rPr>
                            <m:t>Φ</m:t>
                          </m:r>
                          <m:d>
                            <m:dPr>
                              <m:ctrlPr>
                                <a:rPr lang="en-GB" sz="2400" b="0" i="1" smtClean="0">
                                  <a:latin typeface="Cambria Math" panose="02040503050406030204" pitchFamily="18" charset="0"/>
                                  <a:ea typeface="Cambria Math" panose="02040503050406030204" pitchFamily="18" charset="0"/>
                                </a:rPr>
                              </m:ctrlPr>
                            </m:dPr>
                            <m:e>
                              <m:r>
                                <a:rPr lang="en-GB" sz="2400" b="0" i="1" smtClean="0">
                                  <a:latin typeface="Cambria Math" panose="02040503050406030204" pitchFamily="18" charset="0"/>
                                  <a:ea typeface="Cambria Math" panose="02040503050406030204" pitchFamily="18" charset="0"/>
                                </a:rPr>
                                <m:t>𝑧</m:t>
                              </m:r>
                            </m:e>
                          </m:d>
                          <m:r>
                            <m:rPr>
                              <m:sty m:val="p"/>
                            </m:rPr>
                            <a:rPr lang="en-GB" sz="2400" i="1" smtClean="0">
                              <a:latin typeface="Cambria Math" panose="02040503050406030204" pitchFamily="18" charset="0"/>
                              <a:ea typeface="Cambria Math" panose="02040503050406030204" pitchFamily="18" charset="0"/>
                            </a:rPr>
                            <m:t>Φ</m:t>
                          </m:r>
                          <m:d>
                            <m:dPr>
                              <m:ctrlPr>
                                <a:rPr lang="en-GB" sz="2400" i="1" smtClean="0">
                                  <a:latin typeface="Cambria Math" panose="02040503050406030204" pitchFamily="18" charset="0"/>
                                  <a:ea typeface="Cambria Math" panose="02040503050406030204" pitchFamily="18" charset="0"/>
                                </a:rPr>
                              </m:ctrlPr>
                            </m:dPr>
                            <m:e>
                              <m:sSup>
                                <m:sSupPr>
                                  <m:ctrlPr>
                                    <a:rPr lang="en-GB" sz="2400" i="1" smtClean="0">
                                      <a:latin typeface="Cambria Math" panose="02040503050406030204" pitchFamily="18" charset="0"/>
                                      <a:ea typeface="Cambria Math" panose="02040503050406030204" pitchFamily="18" charset="0"/>
                                    </a:rPr>
                                  </m:ctrlPr>
                                </m:sSupPr>
                                <m:e>
                                  <m:r>
                                    <a:rPr lang="en-GB" sz="2400" i="1" smtClean="0">
                                      <a:latin typeface="Cambria Math" panose="02040503050406030204" pitchFamily="18" charset="0"/>
                                      <a:ea typeface="Cambria Math" panose="02040503050406030204" pitchFamily="18" charset="0"/>
                                    </a:rPr>
                                    <m:t>𝑧</m:t>
                                  </m:r>
                                </m:e>
                                <m:sup>
                                  <m:r>
                                    <a:rPr lang="en-GB" sz="2400" i="1" smtClean="0">
                                      <a:latin typeface="Cambria Math" panose="02040503050406030204" pitchFamily="18" charset="0"/>
                                      <a:ea typeface="Cambria Math" panose="02040503050406030204" pitchFamily="18" charset="0"/>
                                    </a:rPr>
                                    <m:t>−1</m:t>
                                  </m:r>
                                </m:sup>
                              </m:sSup>
                            </m:e>
                          </m:d>
                        </m:den>
                      </m:f>
                    </m:oMath>
                  </m:oMathPara>
                </a14:m>
                <a:endParaRPr lang="en-GB" sz="2400" dirty="0"/>
              </a:p>
              <a:p>
                <a:r>
                  <a:rPr lang="en-GB" sz="2800" dirty="0"/>
                  <a:t>Spectrum ≡ Fourier transform of the </a:t>
                </a:r>
                <a:r>
                  <a:rPr lang="en-GB" sz="2800" dirty="0" err="1"/>
                  <a:t>acgf</a:t>
                </a:r>
                <a:endParaRPr lang="en-GB" sz="2800" dirty="0"/>
              </a:p>
              <a:p>
                <a:pPr marL="457200" lvl="1" indent="0">
                  <a:buNone/>
                </a:pPr>
                <a14:m>
                  <m:oMathPara xmlns:m="http://schemas.openxmlformats.org/officeDocument/2006/math">
                    <m:oMathParaPr>
                      <m:jc m:val="left"/>
                    </m:oMathParaPr>
                    <m:o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𝑔</m:t>
                          </m:r>
                        </m:e>
                        <m:sub>
                          <m:r>
                            <a:rPr lang="en-GB" sz="2400" b="0" i="1" smtClean="0">
                              <a:latin typeface="Cambria Math" panose="02040503050406030204" pitchFamily="18" charset="0"/>
                            </a:rPr>
                            <m:t>𝑦</m:t>
                          </m:r>
                        </m:sub>
                      </m:sSub>
                      <m:d>
                        <m:dPr>
                          <m:ctrlPr>
                            <a:rPr lang="en-GB" sz="2400" b="0" i="1" smtClean="0">
                              <a:latin typeface="Cambria Math" panose="02040503050406030204" pitchFamily="18" charset="0"/>
                              <a:ea typeface="Cambria Math" panose="02040503050406030204" pitchFamily="18" charset="0"/>
                            </a:rPr>
                          </m:ctrlPr>
                        </m:dPr>
                        <m:e>
                          <m:r>
                            <a:rPr lang="en-GB" sz="2400" b="0" i="1" smtClean="0">
                              <a:latin typeface="Cambria Math" panose="02040503050406030204" pitchFamily="18" charset="0"/>
                              <a:ea typeface="Cambria Math" panose="02040503050406030204" pitchFamily="18" charset="0"/>
                            </a:rPr>
                            <m:t>𝜆</m:t>
                          </m:r>
                        </m:e>
                      </m:d>
                      <m:r>
                        <a:rPr lang="en-GB" sz="2400" b="0" i="1" smtClean="0">
                          <a:latin typeface="Cambria Math" panose="02040503050406030204" pitchFamily="18" charset="0"/>
                          <a:ea typeface="Cambria Math" panose="02040503050406030204" pitchFamily="18" charset="0"/>
                        </a:rPr>
                        <m:t>=</m:t>
                      </m:r>
                      <m:f>
                        <m:fPr>
                          <m:ctrlPr>
                            <a:rPr lang="en-GB" sz="2400" i="1">
                              <a:latin typeface="Cambria Math" panose="02040503050406030204" pitchFamily="18" charset="0"/>
                              <a:ea typeface="Cambria Math" panose="02040503050406030204" pitchFamily="18" charset="0"/>
                            </a:rPr>
                          </m:ctrlPr>
                        </m:fPr>
                        <m:num>
                          <m:sSup>
                            <m:sSupPr>
                              <m:ctrlPr>
                                <a:rPr lang="en-GB" sz="2400" i="1">
                                  <a:latin typeface="Cambria Math" panose="02040503050406030204" pitchFamily="18" charset="0"/>
                                  <a:ea typeface="Cambria Math" panose="02040503050406030204" pitchFamily="18" charset="0"/>
                                </a:rPr>
                              </m:ctrlPr>
                            </m:sSupPr>
                            <m:e>
                              <m:r>
                                <a:rPr lang="en-GB" sz="2400" i="1">
                                  <a:latin typeface="Cambria Math" panose="02040503050406030204" pitchFamily="18" charset="0"/>
                                  <a:ea typeface="Cambria Math" panose="02040503050406030204" pitchFamily="18" charset="0"/>
                                </a:rPr>
                                <m:t>𝜎</m:t>
                              </m:r>
                            </m:e>
                            <m:sup>
                              <m:r>
                                <a:rPr lang="en-GB" sz="2400" i="1" smtClean="0">
                                  <a:latin typeface="Cambria Math" panose="02040503050406030204" pitchFamily="18" charset="0"/>
                                </a:rPr>
                                <m:t>2</m:t>
                              </m:r>
                            </m:sup>
                          </m:sSup>
                        </m:num>
                        <m:den>
                          <m:r>
                            <a:rPr lang="en-GB" sz="2400" b="0" i="1" smtClean="0">
                              <a:latin typeface="Cambria Math" panose="02040503050406030204" pitchFamily="18" charset="0"/>
                              <a:ea typeface="Cambria Math" panose="02040503050406030204" pitchFamily="18" charset="0"/>
                            </a:rPr>
                            <m:t>2</m:t>
                          </m:r>
                          <m:r>
                            <a:rPr lang="en-GB" sz="2400" b="0" i="1" smtClean="0">
                              <a:latin typeface="Cambria Math" panose="02040503050406030204" pitchFamily="18" charset="0"/>
                              <a:ea typeface="Cambria Math" panose="02040503050406030204" pitchFamily="18" charset="0"/>
                            </a:rPr>
                            <m:t>𝜋</m:t>
                          </m:r>
                        </m:den>
                      </m:f>
                      <m:f>
                        <m:fPr>
                          <m:ctrlPr>
                            <a:rPr lang="en-GB" sz="2400" b="0" i="1" smtClean="0">
                              <a:latin typeface="Cambria Math" panose="02040503050406030204" pitchFamily="18" charset="0"/>
                              <a:ea typeface="Cambria Math" panose="02040503050406030204" pitchFamily="18" charset="0"/>
                            </a:rPr>
                          </m:ctrlPr>
                        </m:fPr>
                        <m:num>
                          <m:sSup>
                            <m:sSupPr>
                              <m:ctrlPr>
                                <a:rPr lang="en-GB" sz="2400" b="0" i="1" smtClean="0">
                                  <a:latin typeface="Cambria Math" panose="02040503050406030204" pitchFamily="18" charset="0"/>
                                  <a:ea typeface="Cambria Math" panose="02040503050406030204" pitchFamily="18" charset="0"/>
                                </a:rPr>
                              </m:ctrlPr>
                            </m:sSupPr>
                            <m:e>
                              <m:r>
                                <a:rPr lang="en-GB" sz="2400" b="0" i="1" smtClean="0">
                                  <a:latin typeface="Cambria Math" panose="02040503050406030204" pitchFamily="18" charset="0"/>
                                  <a:ea typeface="Cambria Math" panose="02040503050406030204" pitchFamily="18" charset="0"/>
                                </a:rPr>
                                <m:t>|</m:t>
                              </m:r>
                              <m:r>
                                <m:rPr>
                                  <m:sty m:val="p"/>
                                </m:rPr>
                                <a:rPr lang="en-GB" sz="2400" b="0" i="1" smtClean="0">
                                  <a:latin typeface="Cambria Math" panose="02040503050406030204" pitchFamily="18" charset="0"/>
                                  <a:ea typeface="Cambria Math" panose="02040503050406030204" pitchFamily="18" charset="0"/>
                                </a:rPr>
                                <m:t>Θ</m:t>
                              </m:r>
                              <m:d>
                                <m:dPr>
                                  <m:ctrlPr>
                                    <a:rPr lang="en-GB" sz="2400" b="0" i="1" smtClean="0">
                                      <a:latin typeface="Cambria Math" panose="02040503050406030204" pitchFamily="18" charset="0"/>
                                      <a:ea typeface="Cambria Math" panose="02040503050406030204" pitchFamily="18" charset="0"/>
                                    </a:rPr>
                                  </m:ctrlPr>
                                </m:dPr>
                                <m:e>
                                  <m:sSup>
                                    <m:sSupPr>
                                      <m:ctrlPr>
                                        <a:rPr lang="en-GB" sz="2400" b="0" i="1" smtClean="0">
                                          <a:latin typeface="Cambria Math" panose="02040503050406030204" pitchFamily="18" charset="0"/>
                                          <a:ea typeface="Cambria Math" panose="02040503050406030204" pitchFamily="18" charset="0"/>
                                        </a:rPr>
                                      </m:ctrlPr>
                                    </m:sSupPr>
                                    <m:e>
                                      <m:r>
                                        <a:rPr lang="en-GB" sz="2400" b="0" i="1" smtClean="0">
                                          <a:latin typeface="Cambria Math" panose="02040503050406030204" pitchFamily="18" charset="0"/>
                                          <a:ea typeface="Cambria Math" panose="02040503050406030204" pitchFamily="18" charset="0"/>
                                        </a:rPr>
                                        <m:t>𝑒</m:t>
                                      </m:r>
                                    </m:e>
                                    <m:sup>
                                      <m:r>
                                        <a:rPr lang="en-GB" sz="2400" b="0" i="1" smtClean="0">
                                          <a:latin typeface="Cambria Math" panose="02040503050406030204" pitchFamily="18" charset="0"/>
                                          <a:ea typeface="Cambria Math" panose="02040503050406030204" pitchFamily="18" charset="0"/>
                                        </a:rPr>
                                        <m:t>−</m:t>
                                      </m:r>
                                      <m:r>
                                        <a:rPr lang="en-GB" sz="2400" b="0" i="1" smtClean="0">
                                          <a:latin typeface="Cambria Math" panose="02040503050406030204" pitchFamily="18" charset="0"/>
                                          <a:ea typeface="Cambria Math" panose="02040503050406030204" pitchFamily="18" charset="0"/>
                                        </a:rPr>
                                        <m:t>𝑖</m:t>
                                      </m:r>
                                      <m:r>
                                        <a:rPr lang="en-GB" sz="2400" b="0" i="1" smtClean="0">
                                          <a:latin typeface="Cambria Math" panose="02040503050406030204" pitchFamily="18" charset="0"/>
                                          <a:ea typeface="Cambria Math" panose="02040503050406030204" pitchFamily="18" charset="0"/>
                                        </a:rPr>
                                        <m:t>𝜆</m:t>
                                      </m:r>
                                    </m:sup>
                                  </m:sSup>
                                </m:e>
                              </m:d>
                              <m:r>
                                <a:rPr lang="en-GB" sz="2400" b="0" i="1" smtClean="0">
                                  <a:latin typeface="Cambria Math" panose="02040503050406030204" pitchFamily="18" charset="0"/>
                                  <a:ea typeface="Cambria Math" panose="02040503050406030204" pitchFamily="18" charset="0"/>
                                </a:rPr>
                                <m:t>|</m:t>
                              </m:r>
                            </m:e>
                            <m:sup>
                              <m:r>
                                <a:rPr lang="en-GB" sz="2400" b="0" i="1" smtClean="0">
                                  <a:latin typeface="Cambria Math" panose="02040503050406030204" pitchFamily="18" charset="0"/>
                                  <a:ea typeface="Cambria Math" panose="02040503050406030204" pitchFamily="18" charset="0"/>
                                </a:rPr>
                                <m:t>2</m:t>
                              </m:r>
                            </m:sup>
                          </m:sSup>
                        </m:num>
                        <m:den>
                          <m:sSup>
                            <m:sSupPr>
                              <m:ctrlPr>
                                <a:rPr lang="en-GB" sz="2400" i="1" smtClean="0">
                                  <a:latin typeface="Cambria Math" panose="02040503050406030204" pitchFamily="18" charset="0"/>
                                  <a:ea typeface="Cambria Math" panose="02040503050406030204" pitchFamily="18" charset="0"/>
                                </a:rPr>
                              </m:ctrlPr>
                            </m:sSupPr>
                            <m:e>
                              <m:r>
                                <a:rPr lang="en-GB" sz="2400" i="1" smtClean="0">
                                  <a:latin typeface="Cambria Math" panose="02040503050406030204" pitchFamily="18" charset="0"/>
                                  <a:ea typeface="Cambria Math" panose="02040503050406030204" pitchFamily="18" charset="0"/>
                                </a:rPr>
                                <m:t>|</m:t>
                              </m:r>
                              <m:r>
                                <m:rPr>
                                  <m:sty m:val="p"/>
                                </m:rPr>
                                <a:rPr lang="en-GB" sz="2400" i="1" smtClean="0">
                                  <a:latin typeface="Cambria Math" panose="02040503050406030204" pitchFamily="18" charset="0"/>
                                  <a:ea typeface="Cambria Math" panose="02040503050406030204" pitchFamily="18" charset="0"/>
                                </a:rPr>
                                <m:t>Φ</m:t>
                              </m:r>
                              <m:d>
                                <m:dPr>
                                  <m:ctrlPr>
                                    <a:rPr lang="en-GB" sz="2400" i="1" smtClean="0">
                                      <a:latin typeface="Cambria Math" panose="02040503050406030204" pitchFamily="18" charset="0"/>
                                      <a:ea typeface="Cambria Math" panose="02040503050406030204" pitchFamily="18" charset="0"/>
                                    </a:rPr>
                                  </m:ctrlPr>
                                </m:dPr>
                                <m:e>
                                  <m:sSup>
                                    <m:sSupPr>
                                      <m:ctrlPr>
                                        <a:rPr lang="en-GB" sz="2400" i="1" smtClean="0">
                                          <a:latin typeface="Cambria Math" panose="02040503050406030204" pitchFamily="18" charset="0"/>
                                          <a:ea typeface="Cambria Math" panose="02040503050406030204" pitchFamily="18" charset="0"/>
                                        </a:rPr>
                                      </m:ctrlPr>
                                    </m:sSupPr>
                                    <m:e>
                                      <m:r>
                                        <a:rPr lang="en-GB" sz="2400" i="1" smtClean="0">
                                          <a:latin typeface="Cambria Math" panose="02040503050406030204" pitchFamily="18" charset="0"/>
                                          <a:ea typeface="Cambria Math" panose="02040503050406030204" pitchFamily="18" charset="0"/>
                                        </a:rPr>
                                        <m:t>𝑒</m:t>
                                      </m:r>
                                    </m:e>
                                    <m:sup>
                                      <m:r>
                                        <a:rPr lang="en-GB" sz="2400" i="1" smtClean="0">
                                          <a:latin typeface="Cambria Math" panose="02040503050406030204" pitchFamily="18" charset="0"/>
                                          <a:ea typeface="Cambria Math" panose="02040503050406030204" pitchFamily="18" charset="0"/>
                                        </a:rPr>
                                        <m:t>−</m:t>
                                      </m:r>
                                      <m:r>
                                        <a:rPr lang="en-GB" sz="2400" i="1" smtClean="0">
                                          <a:latin typeface="Cambria Math" panose="02040503050406030204" pitchFamily="18" charset="0"/>
                                          <a:ea typeface="Cambria Math" panose="02040503050406030204" pitchFamily="18" charset="0"/>
                                        </a:rPr>
                                        <m:t>𝑖</m:t>
                                      </m:r>
                                      <m:r>
                                        <a:rPr lang="en-GB" sz="2400" i="1" smtClean="0">
                                          <a:latin typeface="Cambria Math" panose="02040503050406030204" pitchFamily="18" charset="0"/>
                                          <a:ea typeface="Cambria Math" panose="02040503050406030204" pitchFamily="18" charset="0"/>
                                        </a:rPr>
                                        <m:t>𝜆</m:t>
                                      </m:r>
                                    </m:sup>
                                  </m:sSup>
                                </m:e>
                              </m:d>
                              <m:r>
                                <a:rPr lang="en-GB" sz="2400" i="1" smtClean="0">
                                  <a:latin typeface="Cambria Math" panose="02040503050406030204" pitchFamily="18" charset="0"/>
                                  <a:ea typeface="Cambria Math" panose="02040503050406030204" pitchFamily="18" charset="0"/>
                                </a:rPr>
                                <m:t>|</m:t>
                              </m:r>
                            </m:e>
                            <m:sup>
                              <m:r>
                                <a:rPr lang="en-GB" sz="2400" i="1" smtClean="0">
                                  <a:latin typeface="Cambria Math" panose="02040503050406030204" pitchFamily="18" charset="0"/>
                                  <a:ea typeface="Cambria Math" panose="02040503050406030204" pitchFamily="18" charset="0"/>
                                </a:rPr>
                                <m:t>2</m:t>
                              </m:r>
                            </m:sup>
                          </m:sSup>
                        </m:den>
                      </m:f>
                    </m:oMath>
                  </m:oMathPara>
                </a14:m>
                <a:endParaRPr lang="en-GB" sz="2400" dirty="0"/>
              </a:p>
              <a:p>
                <a:pPr lvl="1"/>
                <a:r>
                  <a:rPr lang="en-GB" dirty="0"/>
                  <a:t>Extension to non-stationary models →Pseudo-spectrum</a:t>
                </a:r>
              </a:p>
              <a:p>
                <a:pPr lvl="1"/>
                <a:r>
                  <a:rPr lang="en-GB" dirty="0"/>
                  <a:t>Counterpart of the periodogram</a:t>
                </a:r>
                <a:r>
                  <a:rPr lang="en-GB"/>
                  <a:t>, contribution </a:t>
                </a:r>
                <a:r>
                  <a:rPr lang="en-GB" dirty="0"/>
                  <a:t>of each frequency to the variance of the series</a:t>
                </a:r>
              </a:p>
              <a:p>
                <a:pPr lvl="1"/>
                <a:endParaRPr lang="en-GB" dirty="0"/>
              </a:p>
            </p:txBody>
          </p:sp>
        </mc:Choice>
        <mc:Fallback xmlns="">
          <p:sp>
            <p:nvSpPr>
              <p:cNvPr id="3" name="Content Placeholder 2">
                <a:extLst>
                  <a:ext uri="{FF2B5EF4-FFF2-40B4-BE49-F238E27FC236}">
                    <a16:creationId xmlns:a16="http://schemas.microsoft.com/office/drawing/2014/main" id="{868297F8-BA6A-48E5-9382-E3D1FB89D815}"/>
                  </a:ext>
                </a:extLst>
              </p:cNvPr>
              <p:cNvSpPr>
                <a:spLocks noGrp="1" noRot="1" noChangeAspect="1" noMove="1" noResize="1" noEditPoints="1" noAdjustHandles="1" noChangeArrowheads="1" noChangeShapeType="1" noTextEdit="1"/>
              </p:cNvSpPr>
              <p:nvPr>
                <p:ph idx="1"/>
              </p:nvPr>
            </p:nvSpPr>
            <p:spPr>
              <a:blipFill>
                <a:blip r:embed="rId2"/>
                <a:stretch>
                  <a:fillRect l="-58" t="-2983" b="-1099"/>
                </a:stretch>
              </a:blipFill>
            </p:spPr>
            <p:txBody>
              <a:bodyPr/>
              <a:lstStyle/>
              <a:p>
                <a:r>
                  <a:rPr lang="en-GB">
                    <a:noFill/>
                  </a:rPr>
                  <a:t> </a:t>
                </a:r>
              </a:p>
            </p:txBody>
          </p:sp>
        </mc:Fallback>
      </mc:AlternateContent>
      <p:sp>
        <p:nvSpPr>
          <p:cNvPr id="5" name="Footer Placeholder 4">
            <a:extLst>
              <a:ext uri="{FF2B5EF4-FFF2-40B4-BE49-F238E27FC236}">
                <a16:creationId xmlns:a16="http://schemas.microsoft.com/office/drawing/2014/main" id="{BC3F3F08-3AF5-44A9-9AF5-DFB67B1FC15B}"/>
              </a:ext>
            </a:extLst>
          </p:cNvPr>
          <p:cNvSpPr>
            <a:spLocks noGrp="1"/>
          </p:cNvSpPr>
          <p:nvPr>
            <p:ph type="ftr" sz="quarter" idx="11"/>
          </p:nvPr>
        </p:nvSpPr>
        <p:spPr/>
        <p:txBody>
          <a:bodyPr/>
          <a:lstStyle/>
          <a:p>
            <a:r>
              <a:rPr lang="en-GB"/>
              <a:t>Time Series</a:t>
            </a:r>
          </a:p>
        </p:txBody>
      </p:sp>
      <p:sp>
        <p:nvSpPr>
          <p:cNvPr id="4" name="Espace réservé du numéro de diapositive 3">
            <a:extLst>
              <a:ext uri="{FF2B5EF4-FFF2-40B4-BE49-F238E27FC236}">
                <a16:creationId xmlns:a16="http://schemas.microsoft.com/office/drawing/2014/main" id="{51987D7A-EEE8-4602-2E49-EF97D6AEE52B}"/>
              </a:ext>
            </a:extLst>
          </p:cNvPr>
          <p:cNvSpPr>
            <a:spLocks noGrp="1"/>
          </p:cNvSpPr>
          <p:nvPr>
            <p:ph type="sldNum" sz="quarter" idx="12"/>
          </p:nvPr>
        </p:nvSpPr>
        <p:spPr/>
        <p:txBody>
          <a:bodyPr/>
          <a:lstStyle/>
          <a:p>
            <a:fld id="{71CC62B1-FA1F-4849-B719-012F8D8A46B3}" type="slidenum">
              <a:rPr lang="en-GB" smtClean="0"/>
              <a:t>15</a:t>
            </a:fld>
            <a:endParaRPr lang="en-GB"/>
          </a:p>
        </p:txBody>
      </p:sp>
    </p:spTree>
    <p:extLst>
      <p:ext uri="{BB962C8B-B14F-4D97-AF65-F5344CB8AC3E}">
        <p14:creationId xmlns:p14="http://schemas.microsoft.com/office/powerpoint/2010/main" val="22896106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B7DF51-014D-E317-BD55-60469F3ACB10}"/>
              </a:ext>
            </a:extLst>
          </p:cNvPr>
          <p:cNvSpPr>
            <a:spLocks noGrp="1"/>
          </p:cNvSpPr>
          <p:nvPr>
            <p:ph type="title"/>
          </p:nvPr>
        </p:nvSpPr>
        <p:spPr/>
        <p:txBody>
          <a:bodyPr/>
          <a:lstStyle/>
          <a:p>
            <a:endParaRPr lang="en-GB"/>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27D576E3-CFEC-BCE2-A098-9DB253DE5F00}"/>
                  </a:ext>
                </a:extLst>
              </p:cNvPr>
              <p:cNvSpPr>
                <a:spLocks noGrp="1"/>
              </p:cNvSpPr>
              <p:nvPr>
                <p:ph idx="1"/>
              </p:nvPr>
            </p:nvSpPr>
            <p:spPr/>
            <p:txBody>
              <a:bodyPr/>
              <a:lstStyle/>
              <a:p>
                <a:r>
                  <a:rPr lang="en-GB" sz="2800" dirty="0"/>
                  <a:t>Wold representation of an ARMA model</a:t>
                </a:r>
              </a:p>
              <a:p>
                <a:pPr marL="457200" lvl="1" indent="0">
                  <a:buNone/>
                </a:pPr>
                <a14:m>
                  <m:oMathPara xmlns:m="http://schemas.openxmlformats.org/officeDocument/2006/math">
                    <m:oMathParaPr>
                      <m:jc m:val="left"/>
                    </m:oMathParaPr>
                    <m:oMath>
                      <m:r>
                        <m:rPr>
                          <m:sty m:val="p"/>
                        </m:rPr>
                        <a:rPr lang="en-GB" sz="2400" b="0" i="1" smtClean="0">
                          <a:latin typeface="Cambria Math" panose="02040503050406030204" pitchFamily="18" charset="0"/>
                          <a:ea typeface="Cambria Math" panose="02040503050406030204" pitchFamily="18" charset="0"/>
                        </a:rPr>
                        <m:t>Φ</m:t>
                      </m:r>
                      <m:d>
                        <m:dPr>
                          <m:ctrlPr>
                            <a:rPr lang="en-GB" sz="2400" b="0" i="1" smtClean="0">
                              <a:latin typeface="Cambria Math" panose="02040503050406030204" pitchFamily="18" charset="0"/>
                              <a:ea typeface="Cambria Math" panose="02040503050406030204" pitchFamily="18" charset="0"/>
                            </a:rPr>
                          </m:ctrlPr>
                        </m:dPr>
                        <m:e>
                          <m:r>
                            <a:rPr lang="en-GB" sz="2400" b="0" i="1" smtClean="0">
                              <a:latin typeface="Cambria Math" panose="02040503050406030204" pitchFamily="18" charset="0"/>
                              <a:ea typeface="Cambria Math" panose="02040503050406030204" pitchFamily="18" charset="0"/>
                            </a:rPr>
                            <m:t>𝐵</m:t>
                          </m:r>
                        </m:e>
                      </m:d>
                      <m:sSub>
                        <m:sSubPr>
                          <m:ctrlPr>
                            <a:rPr lang="en-GB" sz="2400" i="1">
                              <a:latin typeface="Cambria Math" panose="02040503050406030204" pitchFamily="18" charset="0"/>
                            </a:rPr>
                          </m:ctrlPr>
                        </m:sSubPr>
                        <m:e>
                          <m:r>
                            <a:rPr lang="en-GB" sz="2400" i="1">
                              <a:latin typeface="Cambria Math" panose="02040503050406030204" pitchFamily="18" charset="0"/>
                            </a:rPr>
                            <m:t>𝑦</m:t>
                          </m:r>
                        </m:e>
                        <m:sub>
                          <m:r>
                            <a:rPr lang="en-GB" sz="2400" i="1">
                              <a:latin typeface="Cambria Math" panose="02040503050406030204" pitchFamily="18" charset="0"/>
                            </a:rPr>
                            <m:t>𝑡</m:t>
                          </m:r>
                        </m:sub>
                      </m:sSub>
                      <m:r>
                        <a:rPr lang="en-GB" sz="2400" b="0" i="1" smtClean="0">
                          <a:latin typeface="Cambria Math" panose="02040503050406030204" pitchFamily="18" charset="0"/>
                        </a:rPr>
                        <m:t>=</m:t>
                      </m:r>
                      <m:r>
                        <m:rPr>
                          <m:sty m:val="p"/>
                        </m:rPr>
                        <a:rPr lang="en-GB" sz="2400" b="0" i="1" smtClean="0">
                          <a:latin typeface="Cambria Math" panose="02040503050406030204" pitchFamily="18" charset="0"/>
                          <a:ea typeface="Cambria Math" panose="02040503050406030204" pitchFamily="18" charset="0"/>
                        </a:rPr>
                        <m:t>Θ</m:t>
                      </m:r>
                      <m:d>
                        <m:dPr>
                          <m:ctrlPr>
                            <a:rPr lang="en-GB" sz="2400" b="0" i="1" smtClean="0">
                              <a:latin typeface="Cambria Math" panose="02040503050406030204" pitchFamily="18" charset="0"/>
                              <a:ea typeface="Cambria Math" panose="02040503050406030204" pitchFamily="18" charset="0"/>
                            </a:rPr>
                          </m:ctrlPr>
                        </m:dPr>
                        <m:e>
                          <m:r>
                            <a:rPr lang="en-GB" sz="2400" b="0" i="1" smtClean="0">
                              <a:latin typeface="Cambria Math" panose="02040503050406030204" pitchFamily="18" charset="0"/>
                              <a:ea typeface="Cambria Math" panose="02040503050406030204" pitchFamily="18" charset="0"/>
                            </a:rPr>
                            <m:t>𝐵</m:t>
                          </m:r>
                        </m:e>
                      </m:d>
                      <m:sSub>
                        <m:sSubPr>
                          <m:ctrlPr>
                            <a:rPr lang="en-GB" sz="2400" i="1" smtClean="0">
                              <a:latin typeface="Cambria Math" panose="02040503050406030204" pitchFamily="18" charset="0"/>
                              <a:ea typeface="Cambria Math" panose="02040503050406030204" pitchFamily="18" charset="0"/>
                            </a:rPr>
                          </m:ctrlPr>
                        </m:sSubPr>
                        <m:e>
                          <m:r>
                            <a:rPr lang="en-GB" sz="2400" i="1" smtClean="0">
                              <a:latin typeface="Cambria Math" panose="02040503050406030204" pitchFamily="18" charset="0"/>
                              <a:ea typeface="Cambria Math" panose="02040503050406030204" pitchFamily="18" charset="0"/>
                            </a:rPr>
                            <m:t>𝜀</m:t>
                          </m:r>
                        </m:e>
                        <m:sub>
                          <m:r>
                            <a:rPr lang="en-GB" sz="2400" i="1">
                              <a:latin typeface="Cambria Math" panose="02040503050406030204" pitchFamily="18" charset="0"/>
                            </a:rPr>
                            <m:t>𝑡</m:t>
                          </m:r>
                        </m:sub>
                      </m:sSub>
                      <m:r>
                        <a:rPr lang="en-GB" sz="2400" i="1" smtClean="0">
                          <a:latin typeface="Cambria Math" panose="02040503050406030204" pitchFamily="18" charset="0"/>
                          <a:ea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𝑦</m:t>
                          </m:r>
                        </m:e>
                        <m:sub>
                          <m:r>
                            <a:rPr lang="en-GB" sz="2400" i="1">
                              <a:latin typeface="Cambria Math" panose="02040503050406030204" pitchFamily="18" charset="0"/>
                            </a:rPr>
                            <m:t>𝑡</m:t>
                          </m:r>
                        </m:sub>
                      </m:sSub>
                      <m:r>
                        <a:rPr lang="en-GB" sz="2400" b="0" i="1" smtClean="0">
                          <a:latin typeface="Cambria Math" panose="02040503050406030204" pitchFamily="18" charset="0"/>
                        </a:rPr>
                        <m:t>=</m:t>
                      </m:r>
                      <m:r>
                        <m:rPr>
                          <m:sty m:val="p"/>
                        </m:rPr>
                        <a:rPr lang="en-GB" sz="2400" b="0" i="1" smtClean="0">
                          <a:latin typeface="Cambria Math" panose="02040503050406030204" pitchFamily="18" charset="0"/>
                          <a:ea typeface="Cambria Math" panose="02040503050406030204" pitchFamily="18" charset="0"/>
                        </a:rPr>
                        <m:t>Ψ</m:t>
                      </m:r>
                      <m:d>
                        <m:dPr>
                          <m:ctrlPr>
                            <a:rPr lang="en-GB" sz="2400" b="0" i="1" smtClean="0">
                              <a:latin typeface="Cambria Math" panose="02040503050406030204" pitchFamily="18" charset="0"/>
                              <a:ea typeface="Cambria Math" panose="02040503050406030204" pitchFamily="18" charset="0"/>
                            </a:rPr>
                          </m:ctrlPr>
                        </m:dPr>
                        <m:e>
                          <m:r>
                            <a:rPr lang="en-GB" sz="2400" b="0" i="1" smtClean="0">
                              <a:latin typeface="Cambria Math" panose="02040503050406030204" pitchFamily="18" charset="0"/>
                              <a:ea typeface="Cambria Math" panose="02040503050406030204" pitchFamily="18" charset="0"/>
                            </a:rPr>
                            <m:t>𝐵</m:t>
                          </m:r>
                        </m:e>
                      </m:d>
                      <m:sSub>
                        <m:sSubPr>
                          <m:ctrlPr>
                            <a:rPr lang="en-GB" sz="2400" b="0" i="1" smtClean="0">
                              <a:latin typeface="Cambria Math" panose="02040503050406030204" pitchFamily="18" charset="0"/>
                              <a:ea typeface="Cambria Math" panose="02040503050406030204" pitchFamily="18" charset="0"/>
                            </a:rPr>
                          </m:ctrlPr>
                        </m:sSubPr>
                        <m:e>
                          <m:r>
                            <a:rPr lang="en-GB" sz="2400" b="0" i="1" smtClean="0">
                              <a:latin typeface="Cambria Math" panose="02040503050406030204" pitchFamily="18" charset="0"/>
                              <a:ea typeface="Cambria Math" panose="02040503050406030204" pitchFamily="18" charset="0"/>
                            </a:rPr>
                            <m:t>𝜀</m:t>
                          </m:r>
                        </m:e>
                        <m:sub>
                          <m:r>
                            <a:rPr lang="en-GB" sz="2400" b="0" i="1" smtClean="0">
                              <a:latin typeface="Cambria Math" panose="02040503050406030204" pitchFamily="18" charset="0"/>
                              <a:ea typeface="Cambria Math" panose="02040503050406030204" pitchFamily="18" charset="0"/>
                            </a:rPr>
                            <m:t>𝑡</m:t>
                          </m:r>
                        </m:sub>
                      </m:sSub>
                      <m:r>
                        <a:rPr lang="en-GB" sz="2400" b="0" i="1" smtClean="0">
                          <a:latin typeface="Cambria Math" panose="02040503050406030204" pitchFamily="18" charset="0"/>
                          <a:ea typeface="Cambria Math" panose="02040503050406030204" pitchFamily="18" charset="0"/>
                        </a:rPr>
                        <m:t>,</m:t>
                      </m:r>
                      <m:r>
                        <m:rPr>
                          <m:sty m:val="p"/>
                        </m:rPr>
                        <a:rPr lang="en-GB" sz="2400" i="1" smtClean="0">
                          <a:latin typeface="Cambria Math" panose="02040503050406030204" pitchFamily="18" charset="0"/>
                          <a:ea typeface="Cambria Math" panose="02040503050406030204" pitchFamily="18" charset="0"/>
                        </a:rPr>
                        <m:t>Ψ</m:t>
                      </m:r>
                      <m:d>
                        <m:dPr>
                          <m:ctrlPr>
                            <a:rPr lang="en-GB" sz="2400" i="1" smtClean="0">
                              <a:latin typeface="Cambria Math" panose="02040503050406030204" pitchFamily="18" charset="0"/>
                              <a:ea typeface="Cambria Math" panose="02040503050406030204" pitchFamily="18" charset="0"/>
                            </a:rPr>
                          </m:ctrlPr>
                        </m:dPr>
                        <m:e>
                          <m:r>
                            <a:rPr lang="en-GB" sz="2400" i="1" smtClean="0">
                              <a:latin typeface="Cambria Math" panose="02040503050406030204" pitchFamily="18" charset="0"/>
                              <a:ea typeface="Cambria Math" panose="02040503050406030204" pitchFamily="18" charset="0"/>
                            </a:rPr>
                            <m:t>𝐵</m:t>
                          </m:r>
                        </m:e>
                      </m:d>
                      <m:r>
                        <a:rPr lang="en-GB" sz="2400" b="0" i="1" smtClean="0">
                          <a:latin typeface="Cambria Math" panose="02040503050406030204" pitchFamily="18" charset="0"/>
                          <a:ea typeface="Cambria Math" panose="02040503050406030204" pitchFamily="18" charset="0"/>
                        </a:rPr>
                        <m:t>=</m:t>
                      </m:r>
                      <m:f>
                        <m:fPr>
                          <m:ctrlPr>
                            <a:rPr lang="en-GB" sz="2400" i="1" smtClean="0">
                              <a:latin typeface="Cambria Math" panose="02040503050406030204" pitchFamily="18" charset="0"/>
                              <a:ea typeface="Cambria Math" panose="02040503050406030204" pitchFamily="18" charset="0"/>
                            </a:rPr>
                          </m:ctrlPr>
                        </m:fPr>
                        <m:num>
                          <m:r>
                            <m:rPr>
                              <m:sty m:val="p"/>
                            </m:rPr>
                            <a:rPr lang="en-GB" sz="2400" i="1" smtClean="0">
                              <a:latin typeface="Cambria Math" panose="02040503050406030204" pitchFamily="18" charset="0"/>
                              <a:ea typeface="Cambria Math" panose="02040503050406030204" pitchFamily="18" charset="0"/>
                            </a:rPr>
                            <m:t>Θ</m:t>
                          </m:r>
                          <m:d>
                            <m:dPr>
                              <m:ctrlPr>
                                <a:rPr lang="en-GB" sz="2400" i="1" smtClean="0">
                                  <a:latin typeface="Cambria Math" panose="02040503050406030204" pitchFamily="18" charset="0"/>
                                  <a:ea typeface="Cambria Math" panose="02040503050406030204" pitchFamily="18" charset="0"/>
                                </a:rPr>
                              </m:ctrlPr>
                            </m:dPr>
                            <m:e>
                              <m:r>
                                <a:rPr lang="en-GB" sz="2400" i="1" smtClean="0">
                                  <a:latin typeface="Cambria Math" panose="02040503050406030204" pitchFamily="18" charset="0"/>
                                  <a:ea typeface="Cambria Math" panose="02040503050406030204" pitchFamily="18" charset="0"/>
                                </a:rPr>
                                <m:t>𝐵</m:t>
                              </m:r>
                            </m:e>
                          </m:d>
                        </m:num>
                        <m:den>
                          <m:r>
                            <m:rPr>
                              <m:sty m:val="p"/>
                            </m:rPr>
                            <a:rPr lang="en-GB" sz="2400" i="1" smtClean="0">
                              <a:latin typeface="Cambria Math" panose="02040503050406030204" pitchFamily="18" charset="0"/>
                              <a:ea typeface="Cambria Math" panose="02040503050406030204" pitchFamily="18" charset="0"/>
                            </a:rPr>
                            <m:t>Φ</m:t>
                          </m:r>
                          <m:d>
                            <m:dPr>
                              <m:ctrlPr>
                                <a:rPr lang="en-GB" sz="2400" i="1" smtClean="0">
                                  <a:latin typeface="Cambria Math" panose="02040503050406030204" pitchFamily="18" charset="0"/>
                                  <a:ea typeface="Cambria Math" panose="02040503050406030204" pitchFamily="18" charset="0"/>
                                </a:rPr>
                              </m:ctrlPr>
                            </m:dPr>
                            <m:e>
                              <m:r>
                                <a:rPr lang="en-GB" sz="2400" i="1" smtClean="0">
                                  <a:latin typeface="Cambria Math" panose="02040503050406030204" pitchFamily="18" charset="0"/>
                                  <a:ea typeface="Cambria Math" panose="02040503050406030204" pitchFamily="18" charset="0"/>
                                </a:rPr>
                                <m:t>𝐵</m:t>
                              </m:r>
                            </m:e>
                          </m:d>
                        </m:den>
                      </m:f>
                    </m:oMath>
                  </m:oMathPara>
                </a14:m>
                <a:endParaRPr lang="en-GB" dirty="0"/>
              </a:p>
              <a:p>
                <a:r>
                  <a:rPr lang="en-GB" sz="2800" dirty="0"/>
                  <a:t>Auto-covariance generating function (</a:t>
                </a:r>
                <a:r>
                  <a:rPr lang="en-GB" sz="2800" dirty="0" err="1"/>
                  <a:t>acgf</a:t>
                </a:r>
                <a:r>
                  <a:rPr lang="en-GB" sz="2800" dirty="0"/>
                  <a:t>)</a:t>
                </a:r>
              </a:p>
              <a:p>
                <a:pPr marL="457200" lvl="1" indent="0">
                  <a:buNone/>
                </a:pPr>
                <a14:m>
                  <m:oMathPara xmlns:m="http://schemas.openxmlformats.org/officeDocument/2006/math">
                    <m:oMathParaPr>
                      <m:jc m:val="left"/>
                    </m:oMathParaPr>
                    <m:oMath>
                      <m:r>
                        <a:rPr lang="en-GB" sz="2400" b="0" i="1" smtClean="0">
                          <a:latin typeface="Cambria Math" panose="02040503050406030204" pitchFamily="18" charset="0"/>
                          <a:ea typeface="Cambria Math" panose="02040503050406030204" pitchFamily="18" charset="0"/>
                        </a:rPr>
                        <m:t>𝑎𝑐𝑔𝑓</m:t>
                      </m:r>
                      <m:d>
                        <m:dPr>
                          <m:ctrlPr>
                            <a:rPr lang="en-GB" sz="2400" i="1">
                              <a:latin typeface="Cambria Math" panose="02040503050406030204" pitchFamily="18" charset="0"/>
                            </a:rPr>
                          </m:ctrlPr>
                        </m:dPr>
                        <m:e>
                          <m:sSub>
                            <m:sSubPr>
                              <m:ctrlPr>
                                <a:rPr lang="en-GB" sz="2400" i="1">
                                  <a:latin typeface="Cambria Math" panose="02040503050406030204" pitchFamily="18" charset="0"/>
                                </a:rPr>
                              </m:ctrlPr>
                            </m:sSubPr>
                            <m:e>
                              <m:r>
                                <a:rPr lang="en-GB" sz="2400" i="1">
                                  <a:latin typeface="Cambria Math" panose="02040503050406030204" pitchFamily="18" charset="0"/>
                                </a:rPr>
                                <m:t>𝑦</m:t>
                              </m:r>
                            </m:e>
                            <m:sub>
                              <m:r>
                                <a:rPr lang="en-GB" sz="2400" i="1">
                                  <a:latin typeface="Cambria Math" panose="02040503050406030204" pitchFamily="18" charset="0"/>
                                </a:rPr>
                                <m:t>𝑡</m:t>
                              </m:r>
                            </m:sub>
                          </m:sSub>
                        </m:e>
                      </m:d>
                      <m:r>
                        <a:rPr lang="en-GB" sz="2400" i="1">
                          <a:latin typeface="Cambria Math" panose="02040503050406030204" pitchFamily="18" charset="0"/>
                        </a:rPr>
                        <m:t>=</m:t>
                      </m:r>
                      <m:sSup>
                        <m:sSupPr>
                          <m:ctrlPr>
                            <a:rPr lang="en-GB" sz="2400" i="1" smtClean="0">
                              <a:latin typeface="Cambria Math" panose="02040503050406030204" pitchFamily="18" charset="0"/>
                              <a:ea typeface="Cambria Math" panose="02040503050406030204" pitchFamily="18" charset="0"/>
                            </a:rPr>
                          </m:ctrlPr>
                        </m:sSupPr>
                        <m:e>
                          <m:r>
                            <a:rPr lang="en-GB" sz="2400" i="1" smtClean="0">
                              <a:latin typeface="Cambria Math" panose="02040503050406030204" pitchFamily="18" charset="0"/>
                              <a:ea typeface="Cambria Math" panose="02040503050406030204" pitchFamily="18" charset="0"/>
                            </a:rPr>
                            <m:t>𝜎</m:t>
                          </m:r>
                        </m:e>
                        <m:sup>
                          <m:r>
                            <a:rPr lang="en-GB" sz="2400" b="0" i="1" smtClean="0">
                              <a:latin typeface="Cambria Math" panose="02040503050406030204" pitchFamily="18" charset="0"/>
                            </a:rPr>
                            <m:t>2</m:t>
                          </m:r>
                        </m:sup>
                      </m:sSup>
                      <m:r>
                        <m:rPr>
                          <m:sty m:val="p"/>
                        </m:rPr>
                        <a:rPr lang="en-GB" sz="2400" i="1" smtClean="0">
                          <a:latin typeface="Cambria Math" panose="02040503050406030204" pitchFamily="18" charset="0"/>
                          <a:ea typeface="Cambria Math" panose="02040503050406030204" pitchFamily="18" charset="0"/>
                        </a:rPr>
                        <m:t>Ψ</m:t>
                      </m:r>
                      <m:d>
                        <m:dPr>
                          <m:ctrlPr>
                            <a:rPr lang="en-GB" sz="2400" b="0" i="1" smtClean="0">
                              <a:latin typeface="Cambria Math" panose="02040503050406030204" pitchFamily="18" charset="0"/>
                              <a:ea typeface="Cambria Math" panose="02040503050406030204" pitchFamily="18" charset="0"/>
                            </a:rPr>
                          </m:ctrlPr>
                        </m:dPr>
                        <m:e>
                          <m:r>
                            <a:rPr lang="en-GB" sz="2400" b="0" i="1" smtClean="0">
                              <a:latin typeface="Cambria Math" panose="02040503050406030204" pitchFamily="18" charset="0"/>
                              <a:ea typeface="Cambria Math" panose="02040503050406030204" pitchFamily="18" charset="0"/>
                            </a:rPr>
                            <m:t>𝑧</m:t>
                          </m:r>
                        </m:e>
                      </m:d>
                      <m:r>
                        <m:rPr>
                          <m:sty m:val="p"/>
                        </m:rPr>
                        <a:rPr lang="en-GB" sz="2400" i="1" smtClean="0">
                          <a:latin typeface="Cambria Math" panose="02040503050406030204" pitchFamily="18" charset="0"/>
                          <a:ea typeface="Cambria Math" panose="02040503050406030204" pitchFamily="18" charset="0"/>
                        </a:rPr>
                        <m:t>Ψ</m:t>
                      </m:r>
                      <m:d>
                        <m:dPr>
                          <m:ctrlPr>
                            <a:rPr lang="en-GB" sz="2400" b="0" i="1" smtClean="0">
                              <a:latin typeface="Cambria Math" panose="02040503050406030204" pitchFamily="18" charset="0"/>
                              <a:ea typeface="Cambria Math" panose="02040503050406030204" pitchFamily="18" charset="0"/>
                            </a:rPr>
                          </m:ctrlPr>
                        </m:dPr>
                        <m:e>
                          <m:sSup>
                            <m:sSupPr>
                              <m:ctrlPr>
                                <a:rPr lang="en-GB" sz="2400" b="0" i="1" smtClean="0">
                                  <a:latin typeface="Cambria Math" panose="02040503050406030204" pitchFamily="18" charset="0"/>
                                  <a:ea typeface="Cambria Math" panose="02040503050406030204" pitchFamily="18" charset="0"/>
                                </a:rPr>
                              </m:ctrlPr>
                            </m:sSupPr>
                            <m:e>
                              <m:r>
                                <a:rPr lang="en-GB" sz="2400" b="0" i="1" smtClean="0">
                                  <a:latin typeface="Cambria Math" panose="02040503050406030204" pitchFamily="18" charset="0"/>
                                  <a:ea typeface="Cambria Math" panose="02040503050406030204" pitchFamily="18" charset="0"/>
                                </a:rPr>
                                <m:t>𝑧</m:t>
                              </m:r>
                            </m:e>
                            <m:sup>
                              <m:r>
                                <a:rPr lang="en-GB" sz="2400" b="0" i="1" smtClean="0">
                                  <a:latin typeface="Cambria Math" panose="02040503050406030204" pitchFamily="18" charset="0"/>
                                  <a:ea typeface="Cambria Math" panose="02040503050406030204" pitchFamily="18" charset="0"/>
                                </a:rPr>
                                <m:t>−1</m:t>
                              </m:r>
                            </m:sup>
                          </m:sSup>
                        </m:e>
                      </m:d>
                      <m:r>
                        <a:rPr lang="en-GB" sz="2400" b="0" i="1" smtClean="0">
                          <a:latin typeface="Cambria Math" panose="02040503050406030204" pitchFamily="18" charset="0"/>
                          <a:ea typeface="Cambria Math" panose="02040503050406030204" pitchFamily="18" charset="0"/>
                        </a:rPr>
                        <m:t>=</m:t>
                      </m:r>
                      <m:sSup>
                        <m:sSupPr>
                          <m:ctrlPr>
                            <a:rPr lang="en-GB" sz="2400" i="1">
                              <a:latin typeface="Cambria Math" panose="02040503050406030204" pitchFamily="18" charset="0"/>
                              <a:ea typeface="Cambria Math" panose="02040503050406030204" pitchFamily="18" charset="0"/>
                            </a:rPr>
                          </m:ctrlPr>
                        </m:sSupPr>
                        <m:e>
                          <m:r>
                            <a:rPr lang="en-GB" sz="2400" i="1">
                              <a:latin typeface="Cambria Math" panose="02040503050406030204" pitchFamily="18" charset="0"/>
                              <a:ea typeface="Cambria Math" panose="02040503050406030204" pitchFamily="18" charset="0"/>
                            </a:rPr>
                            <m:t>𝜎</m:t>
                          </m:r>
                        </m:e>
                        <m:sup>
                          <m:r>
                            <a:rPr lang="en-GB" sz="2400" i="1" smtClean="0">
                              <a:latin typeface="Cambria Math" panose="02040503050406030204" pitchFamily="18" charset="0"/>
                            </a:rPr>
                            <m:t>2</m:t>
                          </m:r>
                        </m:sup>
                      </m:sSup>
                      <m:f>
                        <m:fPr>
                          <m:ctrlPr>
                            <a:rPr lang="en-GB" sz="2400" i="1" smtClean="0">
                              <a:latin typeface="Cambria Math" panose="02040503050406030204" pitchFamily="18" charset="0"/>
                              <a:ea typeface="Cambria Math" panose="02040503050406030204" pitchFamily="18" charset="0"/>
                            </a:rPr>
                          </m:ctrlPr>
                        </m:fPr>
                        <m:num>
                          <m:r>
                            <m:rPr>
                              <m:sty m:val="p"/>
                            </m:rPr>
                            <a:rPr lang="en-GB" sz="2400" i="1" smtClean="0">
                              <a:latin typeface="Cambria Math" panose="02040503050406030204" pitchFamily="18" charset="0"/>
                              <a:ea typeface="Cambria Math" panose="02040503050406030204" pitchFamily="18" charset="0"/>
                            </a:rPr>
                            <m:t>Θ</m:t>
                          </m:r>
                          <m:d>
                            <m:dPr>
                              <m:ctrlPr>
                                <a:rPr lang="en-GB" sz="2400" b="0" i="1" smtClean="0">
                                  <a:latin typeface="Cambria Math" panose="02040503050406030204" pitchFamily="18" charset="0"/>
                                  <a:ea typeface="Cambria Math" panose="02040503050406030204" pitchFamily="18" charset="0"/>
                                </a:rPr>
                              </m:ctrlPr>
                            </m:dPr>
                            <m:e>
                              <m:r>
                                <a:rPr lang="en-GB" sz="2400" b="0" i="1" smtClean="0">
                                  <a:latin typeface="Cambria Math" panose="02040503050406030204" pitchFamily="18" charset="0"/>
                                  <a:ea typeface="Cambria Math" panose="02040503050406030204" pitchFamily="18" charset="0"/>
                                </a:rPr>
                                <m:t>𝑧</m:t>
                              </m:r>
                            </m:e>
                          </m:d>
                          <m:r>
                            <m:rPr>
                              <m:sty m:val="p"/>
                            </m:rPr>
                            <a:rPr lang="en-GB" sz="2400" i="1" smtClean="0">
                              <a:latin typeface="Cambria Math" panose="02040503050406030204" pitchFamily="18" charset="0"/>
                              <a:ea typeface="Cambria Math" panose="02040503050406030204" pitchFamily="18" charset="0"/>
                            </a:rPr>
                            <m:t>Θ</m:t>
                          </m:r>
                          <m:d>
                            <m:dPr>
                              <m:ctrlPr>
                                <a:rPr lang="en-GB" sz="2400" i="1" smtClean="0">
                                  <a:latin typeface="Cambria Math" panose="02040503050406030204" pitchFamily="18" charset="0"/>
                                  <a:ea typeface="Cambria Math" panose="02040503050406030204" pitchFamily="18" charset="0"/>
                                </a:rPr>
                              </m:ctrlPr>
                            </m:dPr>
                            <m:e>
                              <m:sSup>
                                <m:sSupPr>
                                  <m:ctrlPr>
                                    <a:rPr lang="en-GB" sz="2400" i="1" smtClean="0">
                                      <a:latin typeface="Cambria Math" panose="02040503050406030204" pitchFamily="18" charset="0"/>
                                      <a:ea typeface="Cambria Math" panose="02040503050406030204" pitchFamily="18" charset="0"/>
                                    </a:rPr>
                                  </m:ctrlPr>
                                </m:sSupPr>
                                <m:e>
                                  <m:r>
                                    <a:rPr lang="en-GB" sz="2400" i="1" smtClean="0">
                                      <a:latin typeface="Cambria Math" panose="02040503050406030204" pitchFamily="18" charset="0"/>
                                      <a:ea typeface="Cambria Math" panose="02040503050406030204" pitchFamily="18" charset="0"/>
                                    </a:rPr>
                                    <m:t>𝑧</m:t>
                                  </m:r>
                                </m:e>
                                <m:sup>
                                  <m:r>
                                    <a:rPr lang="en-GB" sz="2400" i="1" smtClean="0">
                                      <a:latin typeface="Cambria Math" panose="02040503050406030204" pitchFamily="18" charset="0"/>
                                      <a:ea typeface="Cambria Math" panose="02040503050406030204" pitchFamily="18" charset="0"/>
                                    </a:rPr>
                                    <m:t>−1</m:t>
                                  </m:r>
                                </m:sup>
                              </m:sSup>
                            </m:e>
                          </m:d>
                        </m:num>
                        <m:den>
                          <m:r>
                            <m:rPr>
                              <m:sty m:val="p"/>
                            </m:rPr>
                            <a:rPr lang="en-GB" sz="2400" i="1" smtClean="0">
                              <a:latin typeface="Cambria Math" panose="02040503050406030204" pitchFamily="18" charset="0"/>
                              <a:ea typeface="Cambria Math" panose="02040503050406030204" pitchFamily="18" charset="0"/>
                            </a:rPr>
                            <m:t>Φ</m:t>
                          </m:r>
                          <m:d>
                            <m:dPr>
                              <m:ctrlPr>
                                <a:rPr lang="en-GB" sz="2400" b="0" i="1" smtClean="0">
                                  <a:latin typeface="Cambria Math" panose="02040503050406030204" pitchFamily="18" charset="0"/>
                                  <a:ea typeface="Cambria Math" panose="02040503050406030204" pitchFamily="18" charset="0"/>
                                </a:rPr>
                              </m:ctrlPr>
                            </m:dPr>
                            <m:e>
                              <m:r>
                                <a:rPr lang="en-GB" sz="2400" b="0" i="1" smtClean="0">
                                  <a:latin typeface="Cambria Math" panose="02040503050406030204" pitchFamily="18" charset="0"/>
                                  <a:ea typeface="Cambria Math" panose="02040503050406030204" pitchFamily="18" charset="0"/>
                                </a:rPr>
                                <m:t>𝑧</m:t>
                              </m:r>
                            </m:e>
                          </m:d>
                          <m:r>
                            <m:rPr>
                              <m:sty m:val="p"/>
                            </m:rPr>
                            <a:rPr lang="en-GB" sz="2400" i="1" smtClean="0">
                              <a:latin typeface="Cambria Math" panose="02040503050406030204" pitchFamily="18" charset="0"/>
                              <a:ea typeface="Cambria Math" panose="02040503050406030204" pitchFamily="18" charset="0"/>
                            </a:rPr>
                            <m:t>Φ</m:t>
                          </m:r>
                          <m:d>
                            <m:dPr>
                              <m:ctrlPr>
                                <a:rPr lang="en-GB" sz="2400" i="1" smtClean="0">
                                  <a:latin typeface="Cambria Math" panose="02040503050406030204" pitchFamily="18" charset="0"/>
                                  <a:ea typeface="Cambria Math" panose="02040503050406030204" pitchFamily="18" charset="0"/>
                                </a:rPr>
                              </m:ctrlPr>
                            </m:dPr>
                            <m:e>
                              <m:sSup>
                                <m:sSupPr>
                                  <m:ctrlPr>
                                    <a:rPr lang="en-GB" sz="2400" i="1" smtClean="0">
                                      <a:latin typeface="Cambria Math" panose="02040503050406030204" pitchFamily="18" charset="0"/>
                                      <a:ea typeface="Cambria Math" panose="02040503050406030204" pitchFamily="18" charset="0"/>
                                    </a:rPr>
                                  </m:ctrlPr>
                                </m:sSupPr>
                                <m:e>
                                  <m:r>
                                    <a:rPr lang="en-GB" sz="2400" i="1" smtClean="0">
                                      <a:latin typeface="Cambria Math" panose="02040503050406030204" pitchFamily="18" charset="0"/>
                                      <a:ea typeface="Cambria Math" panose="02040503050406030204" pitchFamily="18" charset="0"/>
                                    </a:rPr>
                                    <m:t>𝑧</m:t>
                                  </m:r>
                                </m:e>
                                <m:sup>
                                  <m:r>
                                    <a:rPr lang="en-GB" sz="2400" i="1" smtClean="0">
                                      <a:latin typeface="Cambria Math" panose="02040503050406030204" pitchFamily="18" charset="0"/>
                                      <a:ea typeface="Cambria Math" panose="02040503050406030204" pitchFamily="18" charset="0"/>
                                    </a:rPr>
                                    <m:t>−1</m:t>
                                  </m:r>
                                </m:sup>
                              </m:sSup>
                            </m:e>
                          </m:d>
                        </m:den>
                      </m:f>
                    </m:oMath>
                  </m:oMathPara>
                </a14:m>
                <a:endParaRPr lang="en-GB" sz="2400" dirty="0"/>
              </a:p>
              <a:p>
                <a:r>
                  <a:rPr lang="en-GB" sz="2800" dirty="0"/>
                  <a:t>Spectrum ≡ Fourier transform of the </a:t>
                </a:r>
                <a:r>
                  <a:rPr lang="en-GB" sz="2800" dirty="0" err="1"/>
                  <a:t>acgf</a:t>
                </a:r>
                <a:endParaRPr lang="en-GB" sz="2800" dirty="0"/>
              </a:p>
              <a:p>
                <a:pPr marL="457200" lvl="1" indent="0">
                  <a:buNone/>
                </a:pPr>
                <a14:m>
                  <m:oMathPara xmlns:m="http://schemas.openxmlformats.org/officeDocument/2006/math">
                    <m:oMathParaPr>
                      <m:jc m:val="left"/>
                    </m:oMathParaPr>
                    <m:o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𝑔</m:t>
                          </m:r>
                        </m:e>
                        <m:sub>
                          <m:r>
                            <a:rPr lang="en-GB" sz="2400" b="0" i="1" smtClean="0">
                              <a:latin typeface="Cambria Math" panose="02040503050406030204" pitchFamily="18" charset="0"/>
                            </a:rPr>
                            <m:t>𝑦</m:t>
                          </m:r>
                        </m:sub>
                      </m:sSub>
                      <m:d>
                        <m:dPr>
                          <m:ctrlPr>
                            <a:rPr lang="en-GB" sz="2400" b="0" i="1" smtClean="0">
                              <a:latin typeface="Cambria Math" panose="02040503050406030204" pitchFamily="18" charset="0"/>
                              <a:ea typeface="Cambria Math" panose="02040503050406030204" pitchFamily="18" charset="0"/>
                            </a:rPr>
                          </m:ctrlPr>
                        </m:dPr>
                        <m:e>
                          <m:r>
                            <a:rPr lang="en-GB" sz="2400" b="0" i="1" smtClean="0">
                              <a:latin typeface="Cambria Math" panose="02040503050406030204" pitchFamily="18" charset="0"/>
                              <a:ea typeface="Cambria Math" panose="02040503050406030204" pitchFamily="18" charset="0"/>
                            </a:rPr>
                            <m:t>𝜆</m:t>
                          </m:r>
                        </m:e>
                      </m:d>
                      <m:r>
                        <a:rPr lang="en-GB" sz="2400" b="0" i="1" smtClean="0">
                          <a:latin typeface="Cambria Math" panose="02040503050406030204" pitchFamily="18" charset="0"/>
                          <a:ea typeface="Cambria Math" panose="02040503050406030204" pitchFamily="18" charset="0"/>
                        </a:rPr>
                        <m:t>=</m:t>
                      </m:r>
                      <m:f>
                        <m:fPr>
                          <m:ctrlPr>
                            <a:rPr lang="en-GB" sz="2400" i="1">
                              <a:latin typeface="Cambria Math" panose="02040503050406030204" pitchFamily="18" charset="0"/>
                              <a:ea typeface="Cambria Math" panose="02040503050406030204" pitchFamily="18" charset="0"/>
                            </a:rPr>
                          </m:ctrlPr>
                        </m:fPr>
                        <m:num>
                          <m:sSup>
                            <m:sSupPr>
                              <m:ctrlPr>
                                <a:rPr lang="en-GB" sz="2400" i="1">
                                  <a:latin typeface="Cambria Math" panose="02040503050406030204" pitchFamily="18" charset="0"/>
                                  <a:ea typeface="Cambria Math" panose="02040503050406030204" pitchFamily="18" charset="0"/>
                                </a:rPr>
                              </m:ctrlPr>
                            </m:sSupPr>
                            <m:e>
                              <m:r>
                                <a:rPr lang="en-GB" sz="2400" i="1">
                                  <a:latin typeface="Cambria Math" panose="02040503050406030204" pitchFamily="18" charset="0"/>
                                  <a:ea typeface="Cambria Math" panose="02040503050406030204" pitchFamily="18" charset="0"/>
                                </a:rPr>
                                <m:t>𝜎</m:t>
                              </m:r>
                            </m:e>
                            <m:sup>
                              <m:r>
                                <a:rPr lang="en-GB" sz="2400" i="1" smtClean="0">
                                  <a:latin typeface="Cambria Math" panose="02040503050406030204" pitchFamily="18" charset="0"/>
                                </a:rPr>
                                <m:t>2</m:t>
                              </m:r>
                            </m:sup>
                          </m:sSup>
                        </m:num>
                        <m:den>
                          <m:r>
                            <a:rPr lang="en-GB" sz="2400" b="0" i="1" smtClean="0">
                              <a:latin typeface="Cambria Math" panose="02040503050406030204" pitchFamily="18" charset="0"/>
                              <a:ea typeface="Cambria Math" panose="02040503050406030204" pitchFamily="18" charset="0"/>
                            </a:rPr>
                            <m:t>2</m:t>
                          </m:r>
                          <m:r>
                            <a:rPr lang="en-GB" sz="2400" b="0" i="1" smtClean="0">
                              <a:latin typeface="Cambria Math" panose="02040503050406030204" pitchFamily="18" charset="0"/>
                              <a:ea typeface="Cambria Math" panose="02040503050406030204" pitchFamily="18" charset="0"/>
                            </a:rPr>
                            <m:t>𝜋</m:t>
                          </m:r>
                        </m:den>
                      </m:f>
                      <m:f>
                        <m:fPr>
                          <m:ctrlPr>
                            <a:rPr lang="en-GB" sz="2400" b="0" i="1" smtClean="0">
                              <a:latin typeface="Cambria Math" panose="02040503050406030204" pitchFamily="18" charset="0"/>
                              <a:ea typeface="Cambria Math" panose="02040503050406030204" pitchFamily="18" charset="0"/>
                            </a:rPr>
                          </m:ctrlPr>
                        </m:fPr>
                        <m:num>
                          <m:sSup>
                            <m:sSupPr>
                              <m:ctrlPr>
                                <a:rPr lang="en-GB" sz="2400" b="0" i="1" smtClean="0">
                                  <a:latin typeface="Cambria Math" panose="02040503050406030204" pitchFamily="18" charset="0"/>
                                  <a:ea typeface="Cambria Math" panose="02040503050406030204" pitchFamily="18" charset="0"/>
                                </a:rPr>
                              </m:ctrlPr>
                            </m:sSupPr>
                            <m:e>
                              <m:r>
                                <a:rPr lang="en-GB" sz="2400" b="0" i="1" smtClean="0">
                                  <a:latin typeface="Cambria Math" panose="02040503050406030204" pitchFamily="18" charset="0"/>
                                  <a:ea typeface="Cambria Math" panose="02040503050406030204" pitchFamily="18" charset="0"/>
                                </a:rPr>
                                <m:t>|</m:t>
                              </m:r>
                              <m:r>
                                <m:rPr>
                                  <m:sty m:val="p"/>
                                </m:rPr>
                                <a:rPr lang="en-GB" sz="2400" b="0" i="1" smtClean="0">
                                  <a:latin typeface="Cambria Math" panose="02040503050406030204" pitchFamily="18" charset="0"/>
                                  <a:ea typeface="Cambria Math" panose="02040503050406030204" pitchFamily="18" charset="0"/>
                                </a:rPr>
                                <m:t>Θ</m:t>
                              </m:r>
                              <m:d>
                                <m:dPr>
                                  <m:ctrlPr>
                                    <a:rPr lang="en-GB" sz="2400" b="0" i="1" smtClean="0">
                                      <a:latin typeface="Cambria Math" panose="02040503050406030204" pitchFamily="18" charset="0"/>
                                      <a:ea typeface="Cambria Math" panose="02040503050406030204" pitchFamily="18" charset="0"/>
                                    </a:rPr>
                                  </m:ctrlPr>
                                </m:dPr>
                                <m:e>
                                  <m:sSup>
                                    <m:sSupPr>
                                      <m:ctrlPr>
                                        <a:rPr lang="en-GB" sz="2400" b="0" i="1" smtClean="0">
                                          <a:latin typeface="Cambria Math" panose="02040503050406030204" pitchFamily="18" charset="0"/>
                                          <a:ea typeface="Cambria Math" panose="02040503050406030204" pitchFamily="18" charset="0"/>
                                        </a:rPr>
                                      </m:ctrlPr>
                                    </m:sSupPr>
                                    <m:e>
                                      <m:r>
                                        <a:rPr lang="en-GB" sz="2400" b="0" i="1" smtClean="0">
                                          <a:latin typeface="Cambria Math" panose="02040503050406030204" pitchFamily="18" charset="0"/>
                                          <a:ea typeface="Cambria Math" panose="02040503050406030204" pitchFamily="18" charset="0"/>
                                        </a:rPr>
                                        <m:t>𝑒</m:t>
                                      </m:r>
                                    </m:e>
                                    <m:sup>
                                      <m:r>
                                        <a:rPr lang="en-GB" sz="2400" b="0" i="1" smtClean="0">
                                          <a:latin typeface="Cambria Math" panose="02040503050406030204" pitchFamily="18" charset="0"/>
                                          <a:ea typeface="Cambria Math" panose="02040503050406030204" pitchFamily="18" charset="0"/>
                                        </a:rPr>
                                        <m:t>−</m:t>
                                      </m:r>
                                      <m:r>
                                        <a:rPr lang="en-GB" sz="2400" b="0" i="1" smtClean="0">
                                          <a:latin typeface="Cambria Math" panose="02040503050406030204" pitchFamily="18" charset="0"/>
                                          <a:ea typeface="Cambria Math" panose="02040503050406030204" pitchFamily="18" charset="0"/>
                                        </a:rPr>
                                        <m:t>𝑖</m:t>
                                      </m:r>
                                      <m:r>
                                        <a:rPr lang="en-GB" sz="2400" b="0" i="1" smtClean="0">
                                          <a:latin typeface="Cambria Math" panose="02040503050406030204" pitchFamily="18" charset="0"/>
                                          <a:ea typeface="Cambria Math" panose="02040503050406030204" pitchFamily="18" charset="0"/>
                                        </a:rPr>
                                        <m:t>𝜆</m:t>
                                      </m:r>
                                    </m:sup>
                                  </m:sSup>
                                </m:e>
                              </m:d>
                              <m:r>
                                <a:rPr lang="en-GB" sz="2400" b="0" i="1" smtClean="0">
                                  <a:latin typeface="Cambria Math" panose="02040503050406030204" pitchFamily="18" charset="0"/>
                                  <a:ea typeface="Cambria Math" panose="02040503050406030204" pitchFamily="18" charset="0"/>
                                </a:rPr>
                                <m:t>|</m:t>
                              </m:r>
                            </m:e>
                            <m:sup>
                              <m:r>
                                <a:rPr lang="en-GB" sz="2400" b="0" i="1" smtClean="0">
                                  <a:latin typeface="Cambria Math" panose="02040503050406030204" pitchFamily="18" charset="0"/>
                                  <a:ea typeface="Cambria Math" panose="02040503050406030204" pitchFamily="18" charset="0"/>
                                </a:rPr>
                                <m:t>2</m:t>
                              </m:r>
                            </m:sup>
                          </m:sSup>
                        </m:num>
                        <m:den>
                          <m:sSup>
                            <m:sSupPr>
                              <m:ctrlPr>
                                <a:rPr lang="en-GB" sz="2400" i="1" smtClean="0">
                                  <a:latin typeface="Cambria Math" panose="02040503050406030204" pitchFamily="18" charset="0"/>
                                  <a:ea typeface="Cambria Math" panose="02040503050406030204" pitchFamily="18" charset="0"/>
                                </a:rPr>
                              </m:ctrlPr>
                            </m:sSupPr>
                            <m:e>
                              <m:r>
                                <a:rPr lang="en-GB" sz="2400" i="1" smtClean="0">
                                  <a:latin typeface="Cambria Math" panose="02040503050406030204" pitchFamily="18" charset="0"/>
                                  <a:ea typeface="Cambria Math" panose="02040503050406030204" pitchFamily="18" charset="0"/>
                                </a:rPr>
                                <m:t>|</m:t>
                              </m:r>
                              <m:r>
                                <m:rPr>
                                  <m:sty m:val="p"/>
                                </m:rPr>
                                <a:rPr lang="en-GB" sz="2400" i="1" smtClean="0">
                                  <a:latin typeface="Cambria Math" panose="02040503050406030204" pitchFamily="18" charset="0"/>
                                  <a:ea typeface="Cambria Math" panose="02040503050406030204" pitchFamily="18" charset="0"/>
                                </a:rPr>
                                <m:t>Φ</m:t>
                              </m:r>
                              <m:d>
                                <m:dPr>
                                  <m:ctrlPr>
                                    <a:rPr lang="en-GB" sz="2400" i="1" smtClean="0">
                                      <a:latin typeface="Cambria Math" panose="02040503050406030204" pitchFamily="18" charset="0"/>
                                      <a:ea typeface="Cambria Math" panose="02040503050406030204" pitchFamily="18" charset="0"/>
                                    </a:rPr>
                                  </m:ctrlPr>
                                </m:dPr>
                                <m:e>
                                  <m:sSup>
                                    <m:sSupPr>
                                      <m:ctrlPr>
                                        <a:rPr lang="en-GB" sz="2400" i="1" smtClean="0">
                                          <a:latin typeface="Cambria Math" panose="02040503050406030204" pitchFamily="18" charset="0"/>
                                          <a:ea typeface="Cambria Math" panose="02040503050406030204" pitchFamily="18" charset="0"/>
                                        </a:rPr>
                                      </m:ctrlPr>
                                    </m:sSupPr>
                                    <m:e>
                                      <m:r>
                                        <a:rPr lang="en-GB" sz="2400" i="1" smtClean="0">
                                          <a:latin typeface="Cambria Math" panose="02040503050406030204" pitchFamily="18" charset="0"/>
                                          <a:ea typeface="Cambria Math" panose="02040503050406030204" pitchFamily="18" charset="0"/>
                                        </a:rPr>
                                        <m:t>𝑒</m:t>
                                      </m:r>
                                    </m:e>
                                    <m:sup>
                                      <m:r>
                                        <a:rPr lang="en-GB" sz="2400" i="1" smtClean="0">
                                          <a:latin typeface="Cambria Math" panose="02040503050406030204" pitchFamily="18" charset="0"/>
                                          <a:ea typeface="Cambria Math" panose="02040503050406030204" pitchFamily="18" charset="0"/>
                                        </a:rPr>
                                        <m:t>−</m:t>
                                      </m:r>
                                      <m:r>
                                        <a:rPr lang="en-GB" sz="2400" i="1" smtClean="0">
                                          <a:latin typeface="Cambria Math" panose="02040503050406030204" pitchFamily="18" charset="0"/>
                                          <a:ea typeface="Cambria Math" panose="02040503050406030204" pitchFamily="18" charset="0"/>
                                        </a:rPr>
                                        <m:t>𝑖</m:t>
                                      </m:r>
                                      <m:r>
                                        <a:rPr lang="en-GB" sz="2400" i="1" smtClean="0">
                                          <a:latin typeface="Cambria Math" panose="02040503050406030204" pitchFamily="18" charset="0"/>
                                          <a:ea typeface="Cambria Math" panose="02040503050406030204" pitchFamily="18" charset="0"/>
                                        </a:rPr>
                                        <m:t>𝜆</m:t>
                                      </m:r>
                                    </m:sup>
                                  </m:sSup>
                                </m:e>
                              </m:d>
                              <m:r>
                                <a:rPr lang="en-GB" sz="2400" i="1" smtClean="0">
                                  <a:latin typeface="Cambria Math" panose="02040503050406030204" pitchFamily="18" charset="0"/>
                                  <a:ea typeface="Cambria Math" panose="02040503050406030204" pitchFamily="18" charset="0"/>
                                </a:rPr>
                                <m:t>|</m:t>
                              </m:r>
                            </m:e>
                            <m:sup>
                              <m:r>
                                <a:rPr lang="en-GB" sz="2400" i="1" smtClean="0">
                                  <a:latin typeface="Cambria Math" panose="02040503050406030204" pitchFamily="18" charset="0"/>
                                  <a:ea typeface="Cambria Math" panose="02040503050406030204" pitchFamily="18" charset="0"/>
                                </a:rPr>
                                <m:t>2</m:t>
                              </m:r>
                            </m:sup>
                          </m:sSup>
                        </m:den>
                      </m:f>
                    </m:oMath>
                  </m:oMathPara>
                </a14:m>
                <a:endParaRPr lang="en-GB" sz="2400" dirty="0"/>
              </a:p>
              <a:p>
                <a:endParaRPr lang="en-GB" dirty="0"/>
              </a:p>
            </p:txBody>
          </p:sp>
        </mc:Choice>
        <mc:Fallback xmlns="">
          <p:sp>
            <p:nvSpPr>
              <p:cNvPr id="3" name="Espace réservé du contenu 2">
                <a:extLst>
                  <a:ext uri="{FF2B5EF4-FFF2-40B4-BE49-F238E27FC236}">
                    <a16:creationId xmlns:a16="http://schemas.microsoft.com/office/drawing/2014/main" id="{27D576E3-CFEC-BCE2-A098-9DB253DE5F00}"/>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GB">
                    <a:noFill/>
                  </a:rPr>
                  <a:t> </a:t>
                </a:r>
              </a:p>
            </p:txBody>
          </p:sp>
        </mc:Fallback>
      </mc:AlternateContent>
      <p:sp>
        <p:nvSpPr>
          <p:cNvPr id="5" name="Espace réservé du pied de page 4">
            <a:extLst>
              <a:ext uri="{FF2B5EF4-FFF2-40B4-BE49-F238E27FC236}">
                <a16:creationId xmlns:a16="http://schemas.microsoft.com/office/drawing/2014/main" id="{0A4EEF6C-B802-D118-0B5B-13608697BB19}"/>
              </a:ext>
            </a:extLst>
          </p:cNvPr>
          <p:cNvSpPr>
            <a:spLocks noGrp="1"/>
          </p:cNvSpPr>
          <p:nvPr>
            <p:ph type="ftr" sz="quarter" idx="11"/>
          </p:nvPr>
        </p:nvSpPr>
        <p:spPr/>
        <p:txBody>
          <a:bodyPr/>
          <a:lstStyle/>
          <a:p>
            <a:r>
              <a:rPr lang="en-GB"/>
              <a:t>Time Series</a:t>
            </a:r>
          </a:p>
        </p:txBody>
      </p:sp>
      <p:sp>
        <p:nvSpPr>
          <p:cNvPr id="4" name="Espace réservé du numéro de diapositive 3">
            <a:extLst>
              <a:ext uri="{FF2B5EF4-FFF2-40B4-BE49-F238E27FC236}">
                <a16:creationId xmlns:a16="http://schemas.microsoft.com/office/drawing/2014/main" id="{8F7B091E-430F-8C59-94B1-A2EFB2B55329}"/>
              </a:ext>
            </a:extLst>
          </p:cNvPr>
          <p:cNvSpPr>
            <a:spLocks noGrp="1"/>
          </p:cNvSpPr>
          <p:nvPr>
            <p:ph type="sldNum" sz="quarter" idx="12"/>
          </p:nvPr>
        </p:nvSpPr>
        <p:spPr/>
        <p:txBody>
          <a:bodyPr/>
          <a:lstStyle/>
          <a:p>
            <a:fld id="{71CC62B1-FA1F-4849-B719-012F8D8A46B3}" type="slidenum">
              <a:rPr lang="en-GB" smtClean="0"/>
              <a:t>16</a:t>
            </a:fld>
            <a:endParaRPr lang="en-GB"/>
          </a:p>
        </p:txBody>
      </p:sp>
    </p:spTree>
    <p:extLst>
      <p:ext uri="{BB962C8B-B14F-4D97-AF65-F5344CB8AC3E}">
        <p14:creationId xmlns:p14="http://schemas.microsoft.com/office/powerpoint/2010/main" val="23417582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EC42D-AE7A-4704-B675-7425BA214C34}"/>
              </a:ext>
            </a:extLst>
          </p:cNvPr>
          <p:cNvSpPr>
            <a:spLocks noGrp="1"/>
          </p:cNvSpPr>
          <p:nvPr>
            <p:ph type="title"/>
          </p:nvPr>
        </p:nvSpPr>
        <p:spPr/>
        <p:txBody>
          <a:bodyPr/>
          <a:lstStyle/>
          <a:p>
            <a:r>
              <a:rPr lang="en-GB" dirty="0"/>
              <a:t>Final remarks</a:t>
            </a:r>
          </a:p>
        </p:txBody>
      </p:sp>
      <p:sp>
        <p:nvSpPr>
          <p:cNvPr id="3" name="Content Placeholder 2">
            <a:extLst>
              <a:ext uri="{FF2B5EF4-FFF2-40B4-BE49-F238E27FC236}">
                <a16:creationId xmlns:a16="http://schemas.microsoft.com/office/drawing/2014/main" id="{4792A7B2-4806-4DDC-A27A-F88A9F042159}"/>
              </a:ext>
            </a:extLst>
          </p:cNvPr>
          <p:cNvSpPr>
            <a:spLocks noGrp="1"/>
          </p:cNvSpPr>
          <p:nvPr>
            <p:ph idx="1"/>
          </p:nvPr>
        </p:nvSpPr>
        <p:spPr/>
        <p:txBody>
          <a:bodyPr/>
          <a:lstStyle/>
          <a:p>
            <a:pPr algn="l"/>
            <a:r>
              <a:rPr lang="en-GB" dirty="0"/>
              <a:t>Importance of the representation in the frequency domain for series decomposition</a:t>
            </a:r>
          </a:p>
          <a:p>
            <a:pPr lvl="1"/>
            <a:r>
              <a:rPr lang="en-GB" dirty="0"/>
              <a:t>Trend ≈ low frequencies</a:t>
            </a:r>
          </a:p>
          <a:p>
            <a:pPr lvl="1"/>
            <a:r>
              <a:rPr lang="en-GB" dirty="0"/>
              <a:t>Seasonal ≈ seasonal frequencies (related to the periodicity)</a:t>
            </a:r>
          </a:p>
          <a:p>
            <a:pPr lvl="1"/>
            <a:r>
              <a:rPr lang="en-GB" dirty="0"/>
              <a:t>Irregular ≈ high-frequencies</a:t>
            </a:r>
          </a:p>
          <a:p>
            <a:pPr lvl="1"/>
            <a:endParaRPr lang="en-GB" dirty="0"/>
          </a:p>
          <a:p>
            <a:r>
              <a:rPr lang="en-GB" dirty="0"/>
              <a:t>Especially true for SEATS</a:t>
            </a:r>
          </a:p>
        </p:txBody>
      </p:sp>
      <p:sp>
        <p:nvSpPr>
          <p:cNvPr id="5" name="Footer Placeholder 4">
            <a:extLst>
              <a:ext uri="{FF2B5EF4-FFF2-40B4-BE49-F238E27FC236}">
                <a16:creationId xmlns:a16="http://schemas.microsoft.com/office/drawing/2014/main" id="{DB2C2BE9-D4B2-4D11-AFD2-FFBC4744A7C9}"/>
              </a:ext>
            </a:extLst>
          </p:cNvPr>
          <p:cNvSpPr>
            <a:spLocks noGrp="1"/>
          </p:cNvSpPr>
          <p:nvPr>
            <p:ph type="ftr" sz="quarter" idx="11"/>
          </p:nvPr>
        </p:nvSpPr>
        <p:spPr/>
        <p:txBody>
          <a:bodyPr/>
          <a:lstStyle/>
          <a:p>
            <a:r>
              <a:rPr lang="en-GB"/>
              <a:t>Time Series</a:t>
            </a:r>
          </a:p>
        </p:txBody>
      </p:sp>
      <p:sp>
        <p:nvSpPr>
          <p:cNvPr id="4" name="Espace réservé du numéro de diapositive 3">
            <a:extLst>
              <a:ext uri="{FF2B5EF4-FFF2-40B4-BE49-F238E27FC236}">
                <a16:creationId xmlns:a16="http://schemas.microsoft.com/office/drawing/2014/main" id="{F746840B-23EB-74E9-F545-AC1E0DB273D4}"/>
              </a:ext>
            </a:extLst>
          </p:cNvPr>
          <p:cNvSpPr>
            <a:spLocks noGrp="1"/>
          </p:cNvSpPr>
          <p:nvPr>
            <p:ph type="sldNum" sz="quarter" idx="12"/>
          </p:nvPr>
        </p:nvSpPr>
        <p:spPr/>
        <p:txBody>
          <a:bodyPr/>
          <a:lstStyle/>
          <a:p>
            <a:fld id="{71CC62B1-FA1F-4849-B719-012F8D8A46B3}" type="slidenum">
              <a:rPr lang="en-GB" smtClean="0"/>
              <a:t>17</a:t>
            </a:fld>
            <a:endParaRPr lang="en-GB"/>
          </a:p>
        </p:txBody>
      </p:sp>
    </p:spTree>
    <p:extLst>
      <p:ext uri="{BB962C8B-B14F-4D97-AF65-F5344CB8AC3E}">
        <p14:creationId xmlns:p14="http://schemas.microsoft.com/office/powerpoint/2010/main" val="5447697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39CC45C-6ECF-1414-149F-897E6C17440A}"/>
              </a:ext>
            </a:extLst>
          </p:cNvPr>
          <p:cNvSpPr>
            <a:spLocks noGrp="1"/>
          </p:cNvSpPr>
          <p:nvPr>
            <p:ph type="body" idx="1"/>
          </p:nvPr>
        </p:nvSpPr>
        <p:spPr/>
        <p:txBody>
          <a:bodyPr/>
          <a:lstStyle/>
          <a:p>
            <a:endParaRPr lang="en-IE"/>
          </a:p>
        </p:txBody>
      </p:sp>
      <p:sp>
        <p:nvSpPr>
          <p:cNvPr id="3" name="Title 2">
            <a:extLst>
              <a:ext uri="{FF2B5EF4-FFF2-40B4-BE49-F238E27FC236}">
                <a16:creationId xmlns:a16="http://schemas.microsoft.com/office/drawing/2014/main" id="{B0CA729C-10AD-F90E-DB78-5A4E0B79E3B8}"/>
              </a:ext>
            </a:extLst>
          </p:cNvPr>
          <p:cNvSpPr>
            <a:spLocks noGrp="1"/>
          </p:cNvSpPr>
          <p:nvPr>
            <p:ph type="title"/>
          </p:nvPr>
        </p:nvSpPr>
        <p:spPr/>
        <p:txBody>
          <a:bodyPr/>
          <a:lstStyle/>
          <a:p>
            <a:endParaRPr lang="en-IE"/>
          </a:p>
        </p:txBody>
      </p:sp>
      <p:sp>
        <p:nvSpPr>
          <p:cNvPr id="4" name="Espace réservé du numéro de diapositive 3">
            <a:extLst>
              <a:ext uri="{FF2B5EF4-FFF2-40B4-BE49-F238E27FC236}">
                <a16:creationId xmlns:a16="http://schemas.microsoft.com/office/drawing/2014/main" id="{59262D70-62B9-D263-8A19-424C6F78C6B0}"/>
              </a:ext>
            </a:extLst>
          </p:cNvPr>
          <p:cNvSpPr>
            <a:spLocks noGrp="1"/>
          </p:cNvSpPr>
          <p:nvPr>
            <p:ph type="sldNum" idx="12"/>
          </p:nvPr>
        </p:nvSpPr>
        <p:spPr/>
        <p:txBody>
          <a:bodyPr/>
          <a:lstStyle/>
          <a:p>
            <a:fld id="{00000000-1234-1234-1234-123412341234}" type="slidenum">
              <a:rPr lang="en-GB" smtClean="0"/>
              <a:pPr/>
              <a:t>18</a:t>
            </a:fld>
            <a:endParaRPr lang="en-GB"/>
          </a:p>
        </p:txBody>
      </p:sp>
    </p:spTree>
    <p:extLst>
      <p:ext uri="{BB962C8B-B14F-4D97-AF65-F5344CB8AC3E}">
        <p14:creationId xmlns:p14="http://schemas.microsoft.com/office/powerpoint/2010/main" val="11788438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5.3.3511"/>
  <p:tag name="SLIDO_PRESENTATION_ID" val="00000000-0000-0000-0000-000000000000"/>
  <p:tag name="SLIDO_EVENT_UUID" val="d5f05ec8-edda-47a7-a42e-90bbfcebfc5f"/>
  <p:tag name="SLIDO_EVENT_SECTION_UUID" val="71a6711e-5d0b-4e9f-9223-093e31161b77"/>
</p:tagLst>
</file>

<file path=ppt/theme/theme1.xml><?xml version="1.0" encoding="utf-8"?>
<a:theme xmlns:a="http://schemas.openxmlformats.org/drawingml/2006/main" name="ESTAT Theme">
  <a:themeElements>
    <a:clrScheme name="EC colour scheme">
      <a:dk1>
        <a:srgbClr val="4D4D4D"/>
      </a:dk1>
      <a:lt1>
        <a:srgbClr val="FFFFFF"/>
      </a:lt1>
      <a:dk2>
        <a:srgbClr val="034EA2"/>
      </a:dk2>
      <a:lt2>
        <a:srgbClr val="D3E8F9"/>
      </a:lt2>
      <a:accent1>
        <a:srgbClr val="1E858B"/>
      </a:accent1>
      <a:accent2>
        <a:srgbClr val="4BC5DE"/>
      </a:accent2>
      <a:accent3>
        <a:srgbClr val="1EC08A"/>
      </a:accent3>
      <a:accent4>
        <a:srgbClr val="ED8D2F"/>
      </a:accent4>
      <a:accent5>
        <a:srgbClr val="FFC000"/>
      </a:accent5>
      <a:accent6>
        <a:srgbClr val="E76C53"/>
      </a:accent6>
      <a:hlink>
        <a:srgbClr val="0563C1"/>
      </a:hlink>
      <a:folHlink>
        <a:srgbClr val="24337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ESTAT PPT Template.potx" id="{44100892-7769-4A20-A750-3553371E0F2E}" vid="{905E760A-09FE-4DBA-89B6-DF3A5D6D0959}"/>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e422b70-e85d-4377-8ee0-b6227433d381">
      <Terms xmlns="http://schemas.microsoft.com/office/infopath/2007/PartnerControls"/>
    </lcf76f155ced4ddcb4097134ff3c332f>
    <TaxCatchAll xmlns="199f642e-5af9-486c-ac06-f366742ef41a"/>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6AA5C57F8EADE4E9CD6BB064C0C3195" ma:contentTypeVersion="16" ma:contentTypeDescription="Create a new document." ma:contentTypeScope="" ma:versionID="bb51c19a58f458ddcddd050a07659236">
  <xsd:schema xmlns:xsd="http://www.w3.org/2001/XMLSchema" xmlns:xs="http://www.w3.org/2001/XMLSchema" xmlns:p="http://schemas.microsoft.com/office/2006/metadata/properties" xmlns:ns2="0e422b70-e85d-4377-8ee0-b6227433d381" xmlns:ns3="199f642e-5af9-486c-ac06-f366742ef41a" targetNamespace="http://schemas.microsoft.com/office/2006/metadata/properties" ma:root="true" ma:fieldsID="0ee7a3bac0352a48a43420936abd968a" ns2:_="" ns3:_="">
    <xsd:import namespace="0e422b70-e85d-4377-8ee0-b6227433d381"/>
    <xsd:import namespace="199f642e-5af9-486c-ac06-f366742ef41a"/>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ObjectDetectorVersions" minOccurs="0"/>
                <xsd:element ref="ns2:MediaServiceDateTaken" minOccurs="0"/>
                <xsd:element ref="ns2:MediaLengthInSeconds"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422b70-e85d-4377-8ee0-b6227433d381"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22b2fad6-9d2c-441c-a321-3f5f1e9bd928"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99f642e-5af9-486c-ac06-f366742ef41a"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22defd33-e0ca-4991-a4bb-5bf1ac0b491c}" ma:internalName="TaxCatchAll" ma:showField="CatchAllData" ma:web="199f642e-5af9-486c-ac06-f366742ef41a">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D6C293B-B8B4-4284-A17E-9F9E4C32B25A}">
  <ds:schemaRefs>
    <ds:schemaRef ds:uri="http://schemas.microsoft.com/office/2006/documentManagement/types"/>
    <ds:schemaRef ds:uri="http://purl.org/dc/elements/1.1/"/>
    <ds:schemaRef ds:uri="http://purl.org/dc/terms/"/>
    <ds:schemaRef ds:uri="http://purl.org/dc/dcmitype/"/>
    <ds:schemaRef ds:uri="0e422b70-e85d-4377-8ee0-b6227433d381"/>
    <ds:schemaRef ds:uri="http://schemas.microsoft.com/office/infopath/2007/PartnerControls"/>
    <ds:schemaRef ds:uri="199f642e-5af9-486c-ac06-f366742ef41a"/>
    <ds:schemaRef ds:uri="http://schemas.openxmlformats.org/package/2006/metadata/core-propertie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67DD9E9F-9EEB-4105-B29B-819486C2855A}">
  <ds:schemaRefs>
    <ds:schemaRef ds:uri="http://schemas.microsoft.com/sharepoint/v3/contenttype/forms"/>
  </ds:schemaRefs>
</ds:datastoreItem>
</file>

<file path=customXml/itemProps3.xml><?xml version="1.0" encoding="utf-8"?>
<ds:datastoreItem xmlns:ds="http://schemas.openxmlformats.org/officeDocument/2006/customXml" ds:itemID="{04B464EA-1576-49DD-9675-1E3399D4D1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422b70-e85d-4377-8ee0-b6227433d381"/>
    <ds:schemaRef ds:uri="199f642e-5af9-486c-ac06-f366742ef4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82</TotalTime>
  <Words>856</Words>
  <Application>Microsoft Office PowerPoint</Application>
  <PresentationFormat>Grand écran</PresentationFormat>
  <Paragraphs>144</Paragraphs>
  <Slides>18</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18</vt:i4>
      </vt:variant>
    </vt:vector>
  </HeadingPairs>
  <TitlesOfParts>
    <vt:vector size="23" baseType="lpstr">
      <vt:lpstr>Arial</vt:lpstr>
      <vt:lpstr>Calibri</vt:lpstr>
      <vt:lpstr>Cambria Math</vt:lpstr>
      <vt:lpstr>F17</vt:lpstr>
      <vt:lpstr>ESTAT Theme</vt:lpstr>
      <vt:lpstr>Time series</vt:lpstr>
      <vt:lpstr>1. Outline</vt:lpstr>
      <vt:lpstr>2. Time series</vt:lpstr>
      <vt:lpstr>3. Basic tools</vt:lpstr>
      <vt:lpstr>3. Basic tools (cont.)</vt:lpstr>
      <vt:lpstr>3. Linear filters</vt:lpstr>
      <vt:lpstr>3. Linear filters: properties</vt:lpstr>
      <vt:lpstr>3. Linear filters: properties</vt:lpstr>
      <vt:lpstr>4. Stationarity</vt:lpstr>
      <vt:lpstr>Stationary series</vt:lpstr>
      <vt:lpstr>Stationary series in R</vt:lpstr>
      <vt:lpstr>Arima models</vt:lpstr>
      <vt:lpstr>Arima models (definitions)</vt:lpstr>
      <vt:lpstr>Arima models (definitions)</vt:lpstr>
      <vt:lpstr>Arima model properties</vt:lpstr>
      <vt:lpstr>Présentation PowerPoint</vt:lpstr>
      <vt:lpstr>Final remarks</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title title title title title title title title title title title title</dc:title>
  <dc:creator>HANZEVACKI Andrej (ESTAT)</dc:creator>
  <cp:lastModifiedBy>Jean Palate</cp:lastModifiedBy>
  <cp:revision>67</cp:revision>
  <dcterms:created xsi:type="dcterms:W3CDTF">2024-11-22T11:11:00Z</dcterms:created>
  <dcterms:modified xsi:type="dcterms:W3CDTF">2026-09-27T09:58:31Z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0x010100E6AA5C57F8EADE4E9CD6BB064C0C3195</vt:lpwstr>
  </property>
  <property fmtid="{D5CDD505-2E9C-101B-9397-08002B2CF9AE}" pid="3" name="MSIP_Label_6bd9ddd1-4d20-43f6-abfa-fc3c07406f94_Enabled">
    <vt:lpwstr>true</vt:lpwstr>
  </property>
  <property fmtid="{D5CDD505-2E9C-101B-9397-08002B2CF9AE}" pid="4" name="MSIP_Label_6bd9ddd1-4d20-43f6-abfa-fc3c07406f94_SetDate">
    <vt:lpwstr>2023-09-26T10:27:54Z</vt:lpwstr>
  </property>
  <property fmtid="{D5CDD505-2E9C-101B-9397-08002B2CF9AE}" pid="5" name="MSIP_Label_6bd9ddd1-4d20-43f6-abfa-fc3c07406f94_Method">
    <vt:lpwstr>Standard</vt:lpwstr>
  </property>
  <property fmtid="{D5CDD505-2E9C-101B-9397-08002B2CF9AE}" pid="6" name="MSIP_Label_6bd9ddd1-4d20-43f6-abfa-fc3c07406f94_Name">
    <vt:lpwstr>Commission Use</vt:lpwstr>
  </property>
  <property fmtid="{D5CDD505-2E9C-101B-9397-08002B2CF9AE}" pid="7" name="MSIP_Label_6bd9ddd1-4d20-43f6-abfa-fc3c07406f94_SiteId">
    <vt:lpwstr>b24c8b06-522c-46fe-9080-70926f8dddb1</vt:lpwstr>
  </property>
  <property fmtid="{D5CDD505-2E9C-101B-9397-08002B2CF9AE}" pid="8" name="MSIP_Label_6bd9ddd1-4d20-43f6-abfa-fc3c07406f94_ActionId">
    <vt:lpwstr>5f9041e0-26c3-439f-9557-91c751557f9e</vt:lpwstr>
  </property>
  <property fmtid="{D5CDD505-2E9C-101B-9397-08002B2CF9AE}" pid="9" name="MSIP_Label_6bd9ddd1-4d20-43f6-abfa-fc3c07406f94_ContentBits">
    <vt:lpwstr>0</vt:lpwstr>
  </property>
  <property fmtid="{D5CDD505-2E9C-101B-9397-08002B2CF9AE}" pid="10" name="SlidoAppVersion">
    <vt:lpwstr>1.5.3.3511</vt:lpwstr>
  </property>
  <property fmtid="{D5CDD505-2E9C-101B-9397-08002B2CF9AE}" pid="11" name="MediaServiceImageTags">
    <vt:lpwstr/>
  </property>
</Properties>
</file>